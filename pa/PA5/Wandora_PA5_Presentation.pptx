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media/image10.svg" ContentType="image/svg+xml"/>
  <Override PartName="/ppt/media/image100.svg" ContentType="image/svg+xml"/>
  <Override PartName="/ppt/media/image11.svg" ContentType="image/svg+xml"/>
  <Override PartName="/ppt/media/image12.svg" ContentType="image/svg+xml"/>
  <Override PartName="/ppt/media/image13.svg" ContentType="image/svg+xml"/>
  <Override PartName="/ppt/media/image14.svg" ContentType="image/svg+xml"/>
  <Override PartName="/ppt/media/image15.svg" ContentType="image/svg+xml"/>
  <Override PartName="/ppt/media/image16.svg" ContentType="image/svg+xml"/>
  <Override PartName="/ppt/media/image17.svg" ContentType="image/svg+xml"/>
  <Override PartName="/ppt/media/image18.svg" ContentType="image/svg+xml"/>
  <Override PartName="/ppt/media/image19.svg" ContentType="image/svg+xml"/>
  <Override PartName="/ppt/media/image2.svg" ContentType="image/svg+xml"/>
  <Override PartName="/ppt/media/image20.svg" ContentType="image/svg+xml"/>
  <Override PartName="/ppt/media/image22.svg" ContentType="image/svg+xml"/>
  <Override PartName="/ppt/media/image23.svg" ContentType="image/svg+xml"/>
  <Override PartName="/ppt/media/image24.svg" ContentType="image/svg+xml"/>
  <Override PartName="/ppt/media/image25.svg" ContentType="image/svg+xml"/>
  <Override PartName="/ppt/media/image26.svg" ContentType="image/svg+xml"/>
  <Override PartName="/ppt/media/image27.svg" ContentType="image/svg+xml"/>
  <Override PartName="/ppt/media/image29.svg" ContentType="image/svg+xml"/>
  <Override PartName="/ppt/media/image3.svg" ContentType="image/svg+xml"/>
  <Override PartName="/ppt/media/image30.svg" ContentType="image/svg+xml"/>
  <Override PartName="/ppt/media/image31.svg" ContentType="image/svg+xml"/>
  <Override PartName="/ppt/media/image32.svg" ContentType="image/svg+xml"/>
  <Override PartName="/ppt/media/image34.svg" ContentType="image/svg+xml"/>
  <Override PartName="/ppt/media/image35.svg" ContentType="image/svg+xml"/>
  <Override PartName="/ppt/media/image36.svg" ContentType="image/svg+xml"/>
  <Override PartName="/ppt/media/image37.svg" ContentType="image/svg+xml"/>
  <Override PartName="/ppt/media/image38.svg" ContentType="image/svg+xml"/>
  <Override PartName="/ppt/media/image4.svg" ContentType="image/svg+xml"/>
  <Override PartName="/ppt/media/image41.svg" ContentType="image/svg+xml"/>
  <Override PartName="/ppt/media/image43.svg" ContentType="image/svg+xml"/>
  <Override PartName="/ppt/media/image44.svg" ContentType="image/svg+xml"/>
  <Override PartName="/ppt/media/image46.svg" ContentType="image/svg+xml"/>
  <Override PartName="/ppt/media/image48.svg" ContentType="image/svg+xml"/>
  <Override PartName="/ppt/media/image5.svg" ContentType="image/svg+xml"/>
  <Override PartName="/ppt/media/image50.svg" ContentType="image/svg+xml"/>
  <Override PartName="/ppt/media/image53.svg" ContentType="image/svg+xml"/>
  <Override PartName="/ppt/media/image56.svg" ContentType="image/svg+xml"/>
  <Override PartName="/ppt/media/image59.svg" ContentType="image/svg+xml"/>
  <Override PartName="/ppt/media/image6.svg" ContentType="image/svg+xml"/>
  <Override PartName="/ppt/media/image61.svg" ContentType="image/svg+xml"/>
  <Override PartName="/ppt/media/image63.svg" ContentType="image/svg+xml"/>
  <Override PartName="/ppt/media/image65.svg" ContentType="image/svg+xml"/>
  <Override PartName="/ppt/media/image67.svg" ContentType="image/svg+xml"/>
  <Override PartName="/ppt/media/image69.svg" ContentType="image/svg+xml"/>
  <Override PartName="/ppt/media/image7.svg" ContentType="image/svg+xml"/>
  <Override PartName="/ppt/media/image71.svg" ContentType="image/svg+xml"/>
  <Override PartName="/ppt/media/image74.svg" ContentType="image/svg+xml"/>
  <Override PartName="/ppt/media/image76.svg" ContentType="image/svg+xml"/>
  <Override PartName="/ppt/media/image77.svg" ContentType="image/svg+xml"/>
  <Override PartName="/ppt/media/image79.svg" ContentType="image/svg+xml"/>
  <Override PartName="/ppt/media/image8.svg" ContentType="image/svg+xml"/>
  <Override PartName="/ppt/media/image80.svg" ContentType="image/svg+xml"/>
  <Override PartName="/ppt/media/image82.svg" ContentType="image/svg+xml"/>
  <Override PartName="/ppt/media/image84.svg" ContentType="image/svg+xml"/>
  <Override PartName="/ppt/media/image86.svg" ContentType="image/svg+xml"/>
  <Override PartName="/ppt/media/image89.svg" ContentType="image/svg+xml"/>
  <Override PartName="/ppt/media/image9.svg" ContentType="image/svg+xml"/>
  <Override PartName="/ppt/media/image91.svg" ContentType="image/svg+xml"/>
  <Override PartName="/ppt/media/image93.svg" ContentType="image/svg+xml"/>
  <Override PartName="/ppt/media/image97.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4"/>
  </p:notesMasterIdLst>
  <p:handoutMasterIdLst>
    <p:handoutMasterId r:id="rId22"/>
  </p:handoutMasterIdLst>
  <p:sldIdLst>
    <p:sldId id="256" r:id="rId3"/>
    <p:sldId id="257" r:id="rId5"/>
    <p:sldId id="258" r:id="rId6"/>
    <p:sldId id="259" r:id="rId7"/>
    <p:sldId id="260" r:id="rId8"/>
    <p:sldId id="261" r:id="rId9"/>
    <p:sldId id="262" r:id="rId10"/>
    <p:sldId id="263" r:id="rId11"/>
    <p:sldId id="264" r:id="rId12"/>
    <p:sldId id="265" r:id="rId13"/>
    <p:sldId id="267" r:id="rId14"/>
    <p:sldId id="268" r:id="rId15"/>
    <p:sldId id="269" r:id="rId16"/>
    <p:sldId id="270" r:id="rId17"/>
    <p:sldId id="275" r:id="rId18"/>
    <p:sldId id="271" r:id="rId19"/>
    <p:sldId id="272" r:id="rId20"/>
    <p:sldId id="273" r:id="rId21"/>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5" Type="http://schemas.openxmlformats.org/officeDocument/2006/relationships/tableStyles" Target="tableStyles.xml"/><Relationship Id="rId24" Type="http://schemas.openxmlformats.org/officeDocument/2006/relationships/viewProps" Target="viewProps.xml"/><Relationship Id="rId23" Type="http://schemas.openxmlformats.org/officeDocument/2006/relationships/presProps" Target="presProps.xml"/><Relationship Id="rId22" Type="http://schemas.openxmlformats.org/officeDocument/2006/relationships/handoutMaster" Target="handoutMasters/handoutMaster1.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611717"/>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611717"/>
          </a:xfrm>
          <a:prstGeom prst="rect">
            <a:avLst/>
          </a:prstGeom>
        </p:spPr>
        <p:txBody>
          <a:bodyPr vert="horz" lIns="91440" tIns="45720" rIns="91440" bIns="45720" rtlCol="0"/>
          <a:lstStyle>
            <a:lvl1pPr algn="r">
              <a:defRPr sz="1200"/>
            </a:lvl1pPr>
          </a:lstStyle>
          <a:p>
            <a:fld id="{696C064A-D61B-4B21-B757-51A9B82445B8}" type="datetimeFigureOut">
              <a:rPr lang="en-US" smtClean="0"/>
            </a:fld>
            <a:endParaRPr lang="en-US"/>
          </a:p>
        </p:txBody>
      </p:sp>
      <p:sp>
        <p:nvSpPr>
          <p:cNvPr id="4" name="Footer Placeholder 3"/>
          <p:cNvSpPr>
            <a:spLocks noGrp="1"/>
          </p:cNvSpPr>
          <p:nvPr>
            <p:ph type="ftr" sz="quarter" idx="2"/>
          </p:nvPr>
        </p:nvSpPr>
        <p:spPr>
          <a:xfrm>
            <a:off x="0" y="11580284"/>
            <a:ext cx="2971800" cy="611716"/>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11580284"/>
            <a:ext cx="2971800" cy="611716"/>
          </a:xfrm>
          <a:prstGeom prst="rect">
            <a:avLst/>
          </a:prstGeom>
        </p:spPr>
        <p:txBody>
          <a:bodyPr vert="horz" lIns="91440" tIns="45720" rIns="91440" bIns="45720" rtlCol="0" anchor="b"/>
          <a:lstStyle>
            <a:lvl1pPr algn="r">
              <a:defRPr sz="1200"/>
            </a:lvl1pPr>
          </a:lstStyle>
          <a:p>
            <a:fld id="{50305E07-67EA-4042-A3F6-853A8AD8D209}" type="slidenum">
              <a:rPr lang="en-US" smtClean="0"/>
            </a:fld>
            <a:endParaRPr 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atin typeface="Arial" panose="020B0604020202020204" pitchFamily="34" charset="0"/>
              </a:defRPr>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atin typeface="Arial" panose="020B0604020202020204" pitchFamily="34" charset="0"/>
              </a:defRPr>
            </a:lvl1pPr>
          </a:lstStyle>
          <a:p>
            <a:fld id="{5282F153-3F37-0F45-9E97-73ACFA13230C}" type="datetimeFigureOut">
              <a:rPr lang="en-US"/>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atin typeface="Arial" panose="020B0604020202020204" pitchFamily="34" charset="0"/>
              </a:defRPr>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atin typeface="Arial" panose="020B0604020202020204" pitchFamily="34" charset="0"/>
              </a:defRPr>
            </a:lvl1pPr>
          </a:lstStyle>
          <a:p>
            <a:fld id="{CE5E9CC1-C706-0F49-92D6-E571CC5EEA8F}" type="slidenum">
              <a:rPr lang="en-US"/>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Arial" panose="020B0604020202020204" pitchFamily="34" charset="0"/>
        <a:ea typeface="+mn-ea"/>
        <a:cs typeface="+mn-cs"/>
      </a:defRPr>
    </a:lvl1pPr>
    <a:lvl2pPr marL="457200" algn="l" defTabSz="914400" rtl="0" eaLnBrk="1" latinLnBrk="0" hangingPunct="1">
      <a:defRPr sz="1200" kern="1200">
        <a:solidFill>
          <a:schemeClr val="tx1"/>
        </a:solidFill>
        <a:latin typeface="Arial" panose="020B0604020202020204" pitchFamily="34" charset="0"/>
        <a:ea typeface="+mn-ea"/>
        <a:cs typeface="+mn-cs"/>
      </a:defRPr>
    </a:lvl2pPr>
    <a:lvl3pPr marL="914400" algn="l" defTabSz="914400" rtl="0" eaLnBrk="1" latinLnBrk="0" hangingPunct="1">
      <a:defRPr sz="1200" kern="1200">
        <a:solidFill>
          <a:schemeClr val="tx1"/>
        </a:solidFill>
        <a:latin typeface="Arial" panose="020B0604020202020204" pitchFamily="34" charset="0"/>
        <a:ea typeface="+mn-ea"/>
        <a:cs typeface="+mn-cs"/>
      </a:defRPr>
    </a:lvl3pPr>
    <a:lvl4pPr marL="1371600" algn="l" defTabSz="914400" rtl="0" eaLnBrk="1" latinLnBrk="0" hangingPunct="1">
      <a:defRPr sz="1200" kern="1200">
        <a:solidFill>
          <a:schemeClr val="tx1"/>
        </a:solidFill>
        <a:latin typeface="Arial" panose="020B0604020202020204" pitchFamily="34" charset="0"/>
        <a:ea typeface="+mn-ea"/>
        <a:cs typeface="+mn-cs"/>
      </a:defRPr>
    </a:lvl4pPr>
    <a:lvl5pPr marL="1828800" algn="l" defTabSz="914400" rtl="0" eaLnBrk="1" latinLnBrk="0" hangingPunct="1">
      <a:defRPr sz="1200" kern="1200">
        <a:solidFill>
          <a:schemeClr val="tx1"/>
        </a:solidFill>
        <a:latin typeface="Arial" panose="020B0604020202020204" pitchFamily="34"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Chào thầy và các bạn. Hôm nay nhóm 11 xin trình bày về dự án Wandora - Ứng dụng hỗ trợ lên lịch trình và quản lý chuyến đi nhóm tích hợp AI.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Việc lên kế hoạch cho một chuyến đi nhóm hiện tại đang rất rườm rà. Chúng ta phải dùng chat để bàn bạc, dùng Google Maps để tìm đường, dùng Excel để chia tiền. Sự phân mảnh này dẫn đến mất thời gian, dễ gây nhầm lẫn và khó quản lý chi tiêu.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Để giải quyết vấn đề đó, Wandora ra đời. Wandora tập trung tất cả mọi công cụ vào một workspace duy nhất. Khác với việc phải dùng song song Excel hay Messenger, Wandora dùng AI để tự động lên lịch trình, đồng thời hỗ trợ quản lý hành lý và chia sẻ chi phí trực tiếp trên một nền tảng.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Tập khách hàng chính của chúng mình gồm 4 nhóm: Sinh viên quan tâm đến tối ưu chi phí; Người trẻ thích du lịch tiện lợi muốn AI làm thay các bước chuẩn bị; Trưởng nhóm cần một nơi tập trung thông tin; và Người lần đầu đến một địa điểm cần AI gợi ý.</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Hiện tại thị trường thường dùng các giải pháp chắp vá như kết hợp Google Keep, Zalo, Excel. Điểm yếu lớn nhất của chúng là thông tin rời rạc và hoàn toàn không có khả năng tự động hóa việc gợi ý lịch trình thông minh như AI.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Chào thầy và các bạn, mình là Thế Anh. Về mặt quản lý dự án, nhóm chia thành 4 vai trò chuyên biệt để có thể làm việc song song hiệu quả. Chúng mình dùng GitHub để quản lý source code và Jira để theo dõi tiến độ công việc hàng tuần.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Hệ thống có 5 actor người dùng với phân quyền RBAC rõ ràng từ Owner, Editor đến Viewer. Ngoài ra còn có 1 actor phụ vô cùng quan trọng là Hệ thống AI.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Về chức năng chính, hệ thống cho phép khởi tạo chuyến đi, dùng AI sinh lịch trình tự động, chỉnh sửa lịch trình bằng ngôn ngữ tự nhiên, hợp tác nhóm realtime, và gợi ý hành lý mang theo.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Về phi chức năng, Wandora ưu tiên tốc độ phản hồi của AI tính bằng giây, giao diện dễ dùng trên cả điện thoại và máy tính. Đặc biệt hệ thống được xây dựng với ngân sách 0 đồng trong 9 tuần, sử dụng hoàn toàn mã nguồn mở.</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Chào thầy và các bạn, mình là Minh. Về mặt kiến trúc, Wandora sử dụng mô hình N-tier. Mục tiêu kiến trúc nhằm tách biệt rõ ràng UI và Backend, giúp nhóm phát triển song song, đồng thời hỗ trợ kết nối AI linh hoạt và đồng bộ dữ liệu thời gian thực cho các thành viên trong nhóm.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Về công nghệ, nhóm dùng React và Vite cho Frontend, FastAPI chạy trên Python cho Backend. Database là PostgreSQL. Ứng dụng triển khai dưới dạng Client-Server, sử dụng HTTP REST cho API thông thường và WebSockets cho Real-time cập nhật.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Chào mọi người, mình là Đức. Về phần kiểm thử, nhóm thực hiện test trên cả chức năng và phi chức năng. Môi trường test chính được thiết lập trên local với đầy đủ Node.js, Python và chạy trên trình duyệt Chrome.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Công cụ test mà chúng mình sử dụng bao gồm Excel để track bugs, Postman để test API độc lập, và đặc biệt dùng Selenium WebDriver kết hợp pytest để chạy tự động kiểm thử e2e trên giao diện.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Kết quả chạy Automation Test bằng Selenium cho thấy 6/6 test cases thuộc UC01 và UC02 đều pass thành công trong khoảng 86 giây. Quá trình sinh lịch trình AI và chặn các nhập liệu sai ngày tháng đều hoạt động chính xác.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Kết quả chạy Automation Test bằng Selenium cho thấy 6/6 test cases thuộc UC01 và UC02 đều pass thành công trong khoảng 86 giây. Quá trình sinh lịch trình AI và chặn các nhập liệu sai ngày tháng đều hoạt động chính xác.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Và để mọi người hình dung rõ hơn, nhóm xin phép demo trực tiếp kịch bản tạo chuyến đi và sinh lịch trình hoàn toàn bằng AI.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(Thực hiện demo trực tiếp thao tác trên phần mềm...)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Xin cảm ơn thầy và các bạn đã lắng nghe phần thuyết trình của nhóm 11. Sau đây nhóm xin nhận các câu hỏi và góp ý ạ.</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WANDORA_MASTER">
    <p:bg>
      <p:bgPr>
        <a:solidFill>
          <a:srgbClr val="F7F5F1"/>
        </a:solidFill>
        <a:effectLst/>
      </p:bgPr>
    </p:bg>
    <p:spTree>
      <p:nvGrpSpPr>
        <p:cNvPr id="1" name=""/>
        <p:cNvGrpSpPr/>
        <p:nvPr/>
      </p:nvGrpSpPr>
      <p:grpSpPr>
        <a:xfrm>
          <a:off x="0" y="0"/>
          <a:ext cx="0" cy="0"/>
          <a:chOff x="0" y="0"/>
          <a:chExt cx="0" cy="0"/>
        </a:xfrm>
      </p:grpSpPr>
      <p:sp>
        <p:nvSpPr>
          <p:cNvPr id="2" name="Shape 0"/>
          <p:cNvSpPr/>
          <p:nvPr/>
        </p:nvSpPr>
        <p:spPr>
          <a:xfrm>
            <a:off x="0" y="6702552"/>
            <a:ext cx="12191695" cy="155448"/>
          </a:xfrm>
          <a:prstGeom prst="rect">
            <a:avLst/>
          </a:prstGeom>
          <a:solidFill>
            <a:srgbClr val="0B1F33"/>
          </a:solidFill>
          <a:ln w="12700">
            <a:solidFill>
              <a:srgbClr val="0B1F33"/>
            </a:solidFill>
            <a:prstDash val="solid"/>
          </a:ln>
        </p:spPr>
      </p:sp>
      <p:sp>
        <p:nvSpPr>
          <p:cNvPr id="3" name="Text 1"/>
          <p:cNvSpPr/>
          <p:nvPr/>
        </p:nvSpPr>
        <p:spPr>
          <a:xfrm>
            <a:off x="457200" y="6419088"/>
            <a:ext cx="5120640" cy="164592"/>
          </a:xfrm>
          <a:prstGeom prst="rect">
            <a:avLst/>
          </a:prstGeom>
          <a:noFill/>
        </p:spPr>
        <p:txBody>
          <a:bodyPr wrap="square" lIns="0" tIns="0" rIns="0" bIns="0" rtlCol="0" anchor="ctr"/>
          <a:lstStyle/>
          <a:p>
            <a:pPr marL="0" indent="0">
              <a:buNone/>
            </a:pPr>
            <a:r>
              <a:rPr lang="en-US" sz="750" kern="0" spc="50" dirty="0">
                <a:solidFill>
                  <a:srgbClr val="687584"/>
                </a:solidFill>
                <a:latin typeface="Arial" panose="020B0604020202020204" pitchFamily="34" charset="0"/>
                <a:ea typeface="Arial" panose="020B0604020202020204" pitchFamily="34" charset="0"/>
                <a:cs typeface="Arial" panose="020B0604020202020204" pitchFamily="34" charset="0"/>
              </a:rPr>
              <a:t>GROUP 11  •  SOFTWARE ENGINEERING  •  PA5</a:t>
            </a:r>
            <a:endParaRPr lang="en-US" sz="750" dirty="0"/>
          </a:p>
        </p:txBody>
      </p:sp>
      <p:sp>
        <p:nvSpPr>
          <p:cNvPr id="4" name="Text 2"/>
          <p:cNvSpPr/>
          <p:nvPr/>
        </p:nvSpPr>
        <p:spPr>
          <a:xfrm>
            <a:off x="11384280" y="6409944"/>
            <a:ext cx="347472" cy="164592"/>
          </a:xfrm>
          <a:prstGeom prst="rect">
            <a:avLst/>
          </a:prstGeom>
          <a:noFill/>
        </p:spPr>
        <p:txBody>
          <a:bodyPr wrap="square" lIns="0" tIns="0" rIns="0" bIns="0" rtlCol="0"/>
          <a:lstStyle/>
          <a:p>
            <a:pPr marL="0" indent="0" algn="r">
              <a:buNone/>
            </a:pPr>
            <a:endParaRPr lang="en-US" sz="750" dirty="0"/>
          </a:p>
        </p:txBody>
      </p:sp>
      <p:sp>
        <p:nvSpPr>
          <p:cNvPr id="25" name="Slide Number Placeholder 0"/>
          <p:cNvSpPr>
            <a:spLocks noGrp="1"/>
          </p:cNvSpPr>
          <p:nvPr>
            <p:ph type="sldNum" sz="quarter" idx="4294967295"/>
          </p:nvPr>
        </p:nvSpPr>
        <p:spPr>
          <a:xfrm>
            <a:off x="11384280" y="6409944"/>
            <a:ext cx="347472" cy="164592"/>
          </a:xfrm>
          <a:prstGeom prst="rect">
            <a:avLst/>
          </a:prstGeom>
        </p:spPr>
        <p:txBody>
          <a:bodyPr lIns="0" tIns="0" rIns="0" bIns="0"/>
          <a:lstStyle>
            <a:lvl1pPr>
              <a:defRPr sz="750">
                <a:solidFill>
                  <a:srgbClr val="687584"/>
                </a:solidFill>
                <a:latin typeface="Arial" panose="020B0604020202020204" pitchFamily="34" charset="0"/>
                <a:ea typeface="Arial" panose="020B0604020202020204" pitchFamily="34" charset="0"/>
                <a:cs typeface="Arial" panose="020B0604020202020204" pitchFamily="34" charset="0"/>
              </a:defRPr>
            </a:lvl1pPr>
          </a:lstStyle>
          <a:p>
            <a:pPr algn="r"/>
            <a:fld id="{F7021451-1387-4CA6-816F-3879F97B5CBC}" type="slidenum">
              <a:rPr lang="en-US" b="0"/>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384280" y="6409944"/>
            <a:ext cx="347472" cy="164592"/>
          </a:xfrm>
          <a:prstGeom prst="rect">
            <a:avLst/>
          </a:prstGeom>
        </p:spPr>
        <p:txBody>
          <a:bodyPr lIns="0" tIns="0" rIns="0" bIns="0"/>
          <a:lstStyle>
            <a:lvl1pPr>
              <a:defRPr sz="750">
                <a:solidFill>
                  <a:srgbClr val="687584"/>
                </a:solidFill>
                <a:latin typeface="Arial" panose="020B0604020202020204" pitchFamily="34" charset="0"/>
                <a:ea typeface="Arial" panose="020B0604020202020204" pitchFamily="34" charset="0"/>
                <a:cs typeface="Arial" panose="020B0604020202020204" pitchFamily="34" charset="0"/>
              </a:defRPr>
            </a:lvl1pPr>
          </a:lstStyle>
          <a:p>
            <a:pPr algn="r"/>
            <a:fld id="{F7021451-1387-4CA6-816F-3879F97B5CBC}" type="slidenum">
              <a:rPr lang="en-US" b="0"/>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6" Type="http://schemas.openxmlformats.org/officeDocument/2006/relationships/notesSlide" Target="../notesSlides/notesSlide1.xml"/><Relationship Id="rId5" Type="http://schemas.openxmlformats.org/officeDocument/2006/relationships/slideLayout" Target="../slideLayouts/slideLayout1.xml"/><Relationship Id="rId4" Type="http://schemas.openxmlformats.org/officeDocument/2006/relationships/image" Target="../media/image4.svg"/><Relationship Id="rId3" Type="http://schemas.openxmlformats.org/officeDocument/2006/relationships/image" Target="../media/image3.svg"/><Relationship Id="rId2" Type="http://schemas.openxmlformats.org/officeDocument/2006/relationships/image" Target="../media/image2.svg"/><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9" Type="http://schemas.openxmlformats.org/officeDocument/2006/relationships/image" Target="../media/image12.svg"/><Relationship Id="rId8" Type="http://schemas.openxmlformats.org/officeDocument/2006/relationships/image" Target="../media/image11.svg"/><Relationship Id="rId7" Type="http://schemas.openxmlformats.org/officeDocument/2006/relationships/image" Target="../media/image10.svg"/><Relationship Id="rId6" Type="http://schemas.openxmlformats.org/officeDocument/2006/relationships/image" Target="../media/image9.svg"/><Relationship Id="rId5" Type="http://schemas.openxmlformats.org/officeDocument/2006/relationships/image" Target="../media/image8.svg"/><Relationship Id="rId4" Type="http://schemas.openxmlformats.org/officeDocument/2006/relationships/image" Target="../media/image7.svg"/><Relationship Id="rId3" Type="http://schemas.openxmlformats.org/officeDocument/2006/relationships/image" Target="../media/image6.svg"/><Relationship Id="rId2" Type="http://schemas.openxmlformats.org/officeDocument/2006/relationships/image" Target="../media/image5.svg"/><Relationship Id="rId11" Type="http://schemas.openxmlformats.org/officeDocument/2006/relationships/notesSlide" Target="../notesSlides/notesSlide3.xml"/><Relationship Id="rId10" Type="http://schemas.openxmlformats.org/officeDocument/2006/relationships/slideLayout" Target="../slideLayouts/slideLayout2.xml"/><Relationship Id="rId1" Type="http://schemas.openxmlformats.org/officeDocument/2006/relationships/image" Target="../media/image1.png"/></Relationships>
</file>

<file path=ppt/slides/_rels/slide4.xml.rels><?xml version="1.0" encoding="UTF-8" standalone="yes"?>
<Relationships xmlns="http://schemas.openxmlformats.org/package/2006/relationships"><Relationship Id="rId7" Type="http://schemas.openxmlformats.org/officeDocument/2006/relationships/notesSlide" Target="../notesSlides/notesSlide4.xml"/><Relationship Id="rId6" Type="http://schemas.openxmlformats.org/officeDocument/2006/relationships/slideLayout" Target="../slideLayouts/slideLayout2.xml"/><Relationship Id="rId5" Type="http://schemas.openxmlformats.org/officeDocument/2006/relationships/image" Target="../media/image16.svg"/><Relationship Id="rId4" Type="http://schemas.openxmlformats.org/officeDocument/2006/relationships/image" Target="../media/image15.svg"/><Relationship Id="rId3" Type="http://schemas.openxmlformats.org/officeDocument/2006/relationships/image" Target="../media/image14.svg"/><Relationship Id="rId2" Type="http://schemas.openxmlformats.org/officeDocument/2006/relationships/image" Target="../media/image13.svg"/><Relationship Id="rId1" Type="http://schemas.openxmlformats.org/officeDocument/2006/relationships/image" Target="../media/image1.png"/></Relationships>
</file>

<file path=ppt/slides/_rels/slide5.xml.rels><?xml version="1.0" encoding="UTF-8" standalone="yes"?>
<Relationships xmlns="http://schemas.openxmlformats.org/package/2006/relationships"><Relationship Id="rId9" Type="http://schemas.openxmlformats.org/officeDocument/2006/relationships/image" Target="../media/image23.svg"/><Relationship Id="rId8" Type="http://schemas.openxmlformats.org/officeDocument/2006/relationships/image" Target="../media/image22.svg"/><Relationship Id="rId7" Type="http://schemas.openxmlformats.org/officeDocument/2006/relationships/image" Target="../media/image11.svg"/><Relationship Id="rId6" Type="http://schemas.openxmlformats.org/officeDocument/2006/relationships/image" Target="../media/image21.png"/><Relationship Id="rId5" Type="http://schemas.openxmlformats.org/officeDocument/2006/relationships/image" Target="../media/image20.svg"/><Relationship Id="rId4" Type="http://schemas.openxmlformats.org/officeDocument/2006/relationships/image" Target="../media/image19.svg"/><Relationship Id="rId3" Type="http://schemas.openxmlformats.org/officeDocument/2006/relationships/image" Target="../media/image18.svg"/><Relationship Id="rId2" Type="http://schemas.openxmlformats.org/officeDocument/2006/relationships/image" Target="../media/image17.svg"/><Relationship Id="rId11" Type="http://schemas.openxmlformats.org/officeDocument/2006/relationships/notesSlide" Target="../notesSlides/notesSlide5.xml"/><Relationship Id="rId10" Type="http://schemas.openxmlformats.org/officeDocument/2006/relationships/slideLayout" Target="../slideLayouts/slideLayout2.xml"/><Relationship Id="rId1" Type="http://schemas.openxmlformats.org/officeDocument/2006/relationships/image" Target="../media/image1.png"/></Relationships>
</file>

<file path=ppt/slides/_rels/slide6.xml.rels><?xml version="1.0" encoding="UTF-8" standalone="yes"?>
<Relationships xmlns="http://schemas.openxmlformats.org/package/2006/relationships"><Relationship Id="rId6" Type="http://schemas.openxmlformats.org/officeDocument/2006/relationships/notesSlide" Target="../notesSlides/notesSlide6.xml"/><Relationship Id="rId5" Type="http://schemas.openxmlformats.org/officeDocument/2006/relationships/slideLayout" Target="../slideLayouts/slideLayout2.xml"/><Relationship Id="rId4" Type="http://schemas.openxmlformats.org/officeDocument/2006/relationships/image" Target="../media/image26.svg"/><Relationship Id="rId3" Type="http://schemas.openxmlformats.org/officeDocument/2006/relationships/image" Target="../media/image25.svg"/><Relationship Id="rId2" Type="http://schemas.openxmlformats.org/officeDocument/2006/relationships/image" Target="../media/image24.svg"/><Relationship Id="rId1" Type="http://schemas.openxmlformats.org/officeDocument/2006/relationships/image" Target="../media/image1.png"/></Relationships>
</file>

<file path=ppt/slides/_rels/slide7.xml.rels><?xml version="1.0" encoding="UTF-8" standalone="yes"?>
<Relationships xmlns="http://schemas.openxmlformats.org/package/2006/relationships"><Relationship Id="rId9" Type="http://schemas.openxmlformats.org/officeDocument/2006/relationships/image" Target="../media/image33.png"/><Relationship Id="rId8" Type="http://schemas.openxmlformats.org/officeDocument/2006/relationships/image" Target="../media/image32.svg"/><Relationship Id="rId7" Type="http://schemas.openxmlformats.org/officeDocument/2006/relationships/image" Target="../media/image31.svg"/><Relationship Id="rId6" Type="http://schemas.openxmlformats.org/officeDocument/2006/relationships/image" Target="../media/image30.svg"/><Relationship Id="rId5" Type="http://schemas.openxmlformats.org/officeDocument/2006/relationships/image" Target="../media/image29.svg"/><Relationship Id="rId4" Type="http://schemas.openxmlformats.org/officeDocument/2006/relationships/image" Target="../media/image8.svg"/><Relationship Id="rId3" Type="http://schemas.openxmlformats.org/officeDocument/2006/relationships/image" Target="../media/image28.png"/><Relationship Id="rId2" Type="http://schemas.openxmlformats.org/officeDocument/2006/relationships/image" Target="../media/image27.svg"/><Relationship Id="rId11" Type="http://schemas.openxmlformats.org/officeDocument/2006/relationships/notesSlide" Target="../notesSlides/notesSlide7.xml"/><Relationship Id="rId10" Type="http://schemas.openxmlformats.org/officeDocument/2006/relationships/slideLayout" Target="../slideLayouts/slideLayout2.xml"/><Relationship Id="rId1" Type="http://schemas.openxmlformats.org/officeDocument/2006/relationships/image" Target="../media/image1.png"/></Relationships>
</file>

<file path=ppt/slides/_rels/slide8.xml.rels><?xml version="1.0" encoding="UTF-8" standalone="yes"?>
<Relationships xmlns="http://schemas.openxmlformats.org/package/2006/relationships"><Relationship Id="rId8" Type="http://schemas.openxmlformats.org/officeDocument/2006/relationships/notesSlide" Target="../notesSlides/notesSlide8.xml"/><Relationship Id="rId7" Type="http://schemas.openxmlformats.org/officeDocument/2006/relationships/slideLayout" Target="../slideLayouts/slideLayout2.xml"/><Relationship Id="rId6" Type="http://schemas.openxmlformats.org/officeDocument/2006/relationships/image" Target="../media/image38.svg"/><Relationship Id="rId5" Type="http://schemas.openxmlformats.org/officeDocument/2006/relationships/image" Target="../media/image37.svg"/><Relationship Id="rId4" Type="http://schemas.openxmlformats.org/officeDocument/2006/relationships/image" Target="../media/image36.svg"/><Relationship Id="rId3" Type="http://schemas.openxmlformats.org/officeDocument/2006/relationships/image" Target="../media/image35.svg"/><Relationship Id="rId2" Type="http://schemas.openxmlformats.org/officeDocument/2006/relationships/image" Target="../media/image34.svg"/><Relationship Id="rId1" Type="http://schemas.openxmlformats.org/officeDocument/2006/relationships/image" Target="../media/image1.png"/></Relationships>
</file>

<file path=ppt/slides/_rels/slide9.xml.rels><?xml version="1.0" encoding="UTF-8" standalone="yes"?>
<Relationships xmlns="http://schemas.openxmlformats.org/package/2006/relationships"><Relationship Id="rId9" Type="http://schemas.openxmlformats.org/officeDocument/2006/relationships/image" Target="../media/image43.svg"/><Relationship Id="rId8" Type="http://schemas.openxmlformats.org/officeDocument/2006/relationships/image" Target="../media/image31.svg"/><Relationship Id="rId7" Type="http://schemas.openxmlformats.org/officeDocument/2006/relationships/image" Target="../media/image42.png"/><Relationship Id="rId6" Type="http://schemas.openxmlformats.org/officeDocument/2006/relationships/image" Target="../media/image41.svg"/><Relationship Id="rId5" Type="http://schemas.openxmlformats.org/officeDocument/2006/relationships/image" Target="../media/image1.png"/><Relationship Id="rId4" Type="http://schemas.openxmlformats.org/officeDocument/2006/relationships/image" Target="../media/image14.svg"/><Relationship Id="rId3" Type="http://schemas.openxmlformats.org/officeDocument/2006/relationships/image" Target="../media/image40.png"/><Relationship Id="rId2" Type="http://schemas.openxmlformats.org/officeDocument/2006/relationships/image" Target="../media/image3.svg"/><Relationship Id="rId11" Type="http://schemas.openxmlformats.org/officeDocument/2006/relationships/notesSlide" Target="../notesSlides/notesSlide9.xml"/><Relationship Id="rId10" Type="http://schemas.openxmlformats.org/officeDocument/2006/relationships/slideLayout" Target="../slideLayouts/slideLayout2.xml"/><Relationship Id="rId1" Type="http://schemas.openxmlformats.org/officeDocument/2006/relationships/image" Target="../media/image39.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9" Type="http://schemas.openxmlformats.org/officeDocument/2006/relationships/image" Target="../media/image51.png"/><Relationship Id="rId8" Type="http://schemas.openxmlformats.org/officeDocument/2006/relationships/image" Target="../media/image50.svg"/><Relationship Id="rId7" Type="http://schemas.openxmlformats.org/officeDocument/2006/relationships/image" Target="../media/image49.png"/><Relationship Id="rId6" Type="http://schemas.openxmlformats.org/officeDocument/2006/relationships/image" Target="../media/image48.svg"/><Relationship Id="rId5" Type="http://schemas.openxmlformats.org/officeDocument/2006/relationships/image" Target="../media/image47.png"/><Relationship Id="rId4" Type="http://schemas.openxmlformats.org/officeDocument/2006/relationships/image" Target="../media/image46.svg"/><Relationship Id="rId3" Type="http://schemas.openxmlformats.org/officeDocument/2006/relationships/image" Target="../media/image45.png"/><Relationship Id="rId2" Type="http://schemas.openxmlformats.org/officeDocument/2006/relationships/image" Target="../media/image44.svg"/><Relationship Id="rId15" Type="http://schemas.openxmlformats.org/officeDocument/2006/relationships/notesSlide" Target="../notesSlides/notesSlide11.xml"/><Relationship Id="rId14" Type="http://schemas.openxmlformats.org/officeDocument/2006/relationships/slideLayout" Target="../slideLayouts/slideLayout2.xml"/><Relationship Id="rId13" Type="http://schemas.openxmlformats.org/officeDocument/2006/relationships/image" Target="../media/image24.svg"/><Relationship Id="rId12" Type="http://schemas.openxmlformats.org/officeDocument/2006/relationships/image" Target="../media/image54.png"/><Relationship Id="rId11" Type="http://schemas.openxmlformats.org/officeDocument/2006/relationships/image" Target="../media/image53.svg"/><Relationship Id="rId10" Type="http://schemas.openxmlformats.org/officeDocument/2006/relationships/image" Target="../media/image52.png"/><Relationship Id="rId1" Type="http://schemas.openxmlformats.org/officeDocument/2006/relationships/image" Target="../media/image42.png"/></Relationships>
</file>

<file path=ppt/slides/_rels/slide12.xml.rels><?xml version="1.0" encoding="UTF-8" standalone="yes"?>
<Relationships xmlns="http://schemas.openxmlformats.org/package/2006/relationships"><Relationship Id="rId9" Type="http://schemas.openxmlformats.org/officeDocument/2006/relationships/image" Target="../media/image60.png"/><Relationship Id="rId8" Type="http://schemas.openxmlformats.org/officeDocument/2006/relationships/image" Target="../media/image44.svg"/><Relationship Id="rId7" Type="http://schemas.openxmlformats.org/officeDocument/2006/relationships/image" Target="../media/image42.png"/><Relationship Id="rId6" Type="http://schemas.openxmlformats.org/officeDocument/2006/relationships/image" Target="../media/image59.svg"/><Relationship Id="rId5" Type="http://schemas.openxmlformats.org/officeDocument/2006/relationships/image" Target="../media/image58.png"/><Relationship Id="rId4" Type="http://schemas.openxmlformats.org/officeDocument/2006/relationships/image" Target="../media/image4.svg"/><Relationship Id="rId3" Type="http://schemas.openxmlformats.org/officeDocument/2006/relationships/image" Target="../media/image57.png"/><Relationship Id="rId2" Type="http://schemas.openxmlformats.org/officeDocument/2006/relationships/image" Target="../media/image56.svg"/><Relationship Id="rId18" Type="http://schemas.openxmlformats.org/officeDocument/2006/relationships/notesSlide" Target="../notesSlides/notesSlide12.xml"/><Relationship Id="rId17" Type="http://schemas.openxmlformats.org/officeDocument/2006/relationships/slideLayout" Target="../slideLayouts/slideLayout2.xml"/><Relationship Id="rId16" Type="http://schemas.openxmlformats.org/officeDocument/2006/relationships/image" Target="../media/image67.svg"/><Relationship Id="rId15" Type="http://schemas.openxmlformats.org/officeDocument/2006/relationships/image" Target="../media/image66.png"/><Relationship Id="rId14" Type="http://schemas.openxmlformats.org/officeDocument/2006/relationships/image" Target="../media/image65.svg"/><Relationship Id="rId13" Type="http://schemas.openxmlformats.org/officeDocument/2006/relationships/image" Target="../media/image64.png"/><Relationship Id="rId12" Type="http://schemas.openxmlformats.org/officeDocument/2006/relationships/image" Target="../media/image63.svg"/><Relationship Id="rId11" Type="http://schemas.openxmlformats.org/officeDocument/2006/relationships/image" Target="../media/image62.png"/><Relationship Id="rId10" Type="http://schemas.openxmlformats.org/officeDocument/2006/relationships/image" Target="../media/image61.svg"/><Relationship Id="rId1" Type="http://schemas.openxmlformats.org/officeDocument/2006/relationships/image" Target="../media/image55.png"/></Relationships>
</file>

<file path=ppt/slides/_rels/slide13.xml.rels><?xml version="1.0" encoding="UTF-8" standalone="yes"?>
<Relationships xmlns="http://schemas.openxmlformats.org/package/2006/relationships"><Relationship Id="rId9" Type="http://schemas.openxmlformats.org/officeDocument/2006/relationships/image" Target="../media/image75.png"/><Relationship Id="rId8" Type="http://schemas.openxmlformats.org/officeDocument/2006/relationships/image" Target="../media/image74.svg"/><Relationship Id="rId7" Type="http://schemas.openxmlformats.org/officeDocument/2006/relationships/image" Target="../media/image73.png"/><Relationship Id="rId6" Type="http://schemas.openxmlformats.org/officeDocument/2006/relationships/image" Target="../media/image23.svg"/><Relationship Id="rId5" Type="http://schemas.openxmlformats.org/officeDocument/2006/relationships/image" Target="../media/image72.png"/><Relationship Id="rId4" Type="http://schemas.openxmlformats.org/officeDocument/2006/relationships/image" Target="../media/image71.svg"/><Relationship Id="rId3" Type="http://schemas.openxmlformats.org/officeDocument/2006/relationships/image" Target="../media/image70.png"/><Relationship Id="rId2" Type="http://schemas.openxmlformats.org/officeDocument/2006/relationships/image" Target="../media/image69.svg"/><Relationship Id="rId16" Type="http://schemas.openxmlformats.org/officeDocument/2006/relationships/notesSlide" Target="../notesSlides/notesSlide13.xml"/><Relationship Id="rId15" Type="http://schemas.openxmlformats.org/officeDocument/2006/relationships/slideLayout" Target="../slideLayouts/slideLayout2.xml"/><Relationship Id="rId14" Type="http://schemas.openxmlformats.org/officeDocument/2006/relationships/image" Target="../media/image79.svg"/><Relationship Id="rId13" Type="http://schemas.openxmlformats.org/officeDocument/2006/relationships/image" Target="../media/image78.png"/><Relationship Id="rId12" Type="http://schemas.openxmlformats.org/officeDocument/2006/relationships/image" Target="../media/image77.svg"/><Relationship Id="rId11" Type="http://schemas.openxmlformats.org/officeDocument/2006/relationships/image" Target="../media/image21.png"/><Relationship Id="rId10" Type="http://schemas.openxmlformats.org/officeDocument/2006/relationships/image" Target="../media/image76.svg"/><Relationship Id="rId1" Type="http://schemas.openxmlformats.org/officeDocument/2006/relationships/image" Target="../media/image68.png"/></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6" Type="http://schemas.openxmlformats.org/officeDocument/2006/relationships/notesSlide" Target="../notesSlides/notesSlide15.xml"/><Relationship Id="rId5" Type="http://schemas.openxmlformats.org/officeDocument/2006/relationships/slideLayout" Target="../slideLayouts/slideLayout2.xml"/><Relationship Id="rId4" Type="http://schemas.openxmlformats.org/officeDocument/2006/relationships/image" Target="../media/image4.svg"/><Relationship Id="rId3" Type="http://schemas.openxmlformats.org/officeDocument/2006/relationships/image" Target="../media/image57.png"/><Relationship Id="rId2" Type="http://schemas.openxmlformats.org/officeDocument/2006/relationships/image" Target="../media/image80.svg"/><Relationship Id="rId1" Type="http://schemas.openxmlformats.org/officeDocument/2006/relationships/image" Target="../media/image1.png"/></Relationships>
</file>

<file path=ppt/slides/_rels/slide16.xml.rels><?xml version="1.0" encoding="UTF-8" standalone="yes"?>
<Relationships xmlns="http://schemas.openxmlformats.org/package/2006/relationships"><Relationship Id="rId9" Type="http://schemas.openxmlformats.org/officeDocument/2006/relationships/image" Target="../media/image88.png"/><Relationship Id="rId8" Type="http://schemas.openxmlformats.org/officeDocument/2006/relationships/image" Target="../media/image10.svg"/><Relationship Id="rId7" Type="http://schemas.openxmlformats.org/officeDocument/2006/relationships/image" Target="../media/image87.png"/><Relationship Id="rId6" Type="http://schemas.openxmlformats.org/officeDocument/2006/relationships/image" Target="../media/image86.svg"/><Relationship Id="rId5" Type="http://schemas.openxmlformats.org/officeDocument/2006/relationships/image" Target="../media/image85.png"/><Relationship Id="rId4" Type="http://schemas.openxmlformats.org/officeDocument/2006/relationships/image" Target="../media/image84.svg"/><Relationship Id="rId3" Type="http://schemas.openxmlformats.org/officeDocument/2006/relationships/image" Target="../media/image83.png"/><Relationship Id="rId2" Type="http://schemas.openxmlformats.org/officeDocument/2006/relationships/image" Target="../media/image82.svg"/><Relationship Id="rId12" Type="http://schemas.openxmlformats.org/officeDocument/2006/relationships/notesSlide" Target="../notesSlides/notesSlide16.xml"/><Relationship Id="rId11" Type="http://schemas.openxmlformats.org/officeDocument/2006/relationships/slideLayout" Target="../slideLayouts/slideLayout2.xml"/><Relationship Id="rId10" Type="http://schemas.openxmlformats.org/officeDocument/2006/relationships/image" Target="../media/image89.svg"/><Relationship Id="rId1" Type="http://schemas.openxmlformats.org/officeDocument/2006/relationships/image" Target="../media/image81.png"/></Relationships>
</file>

<file path=ppt/slides/_rels/slide17.xml.rels><?xml version="1.0" encoding="UTF-8" standalone="yes"?>
<Relationships xmlns="http://schemas.openxmlformats.org/package/2006/relationships"><Relationship Id="rId9" Type="http://schemas.openxmlformats.org/officeDocument/2006/relationships/slideLayout" Target="../slideLayouts/slideLayout1.xml"/><Relationship Id="rId8" Type="http://schemas.openxmlformats.org/officeDocument/2006/relationships/image" Target="../media/image95.png"/><Relationship Id="rId7" Type="http://schemas.openxmlformats.org/officeDocument/2006/relationships/image" Target="../media/image94.png"/><Relationship Id="rId6" Type="http://schemas.openxmlformats.org/officeDocument/2006/relationships/image" Target="../media/image93.svg"/><Relationship Id="rId5" Type="http://schemas.openxmlformats.org/officeDocument/2006/relationships/image" Target="../media/image92.png"/><Relationship Id="rId4" Type="http://schemas.openxmlformats.org/officeDocument/2006/relationships/image" Target="../media/image3.svg"/><Relationship Id="rId3" Type="http://schemas.openxmlformats.org/officeDocument/2006/relationships/image" Target="../media/image39.png"/><Relationship Id="rId2" Type="http://schemas.openxmlformats.org/officeDocument/2006/relationships/image" Target="../media/image91.svg"/><Relationship Id="rId10" Type="http://schemas.openxmlformats.org/officeDocument/2006/relationships/notesSlide" Target="../notesSlides/notesSlide17.xml"/><Relationship Id="rId1" Type="http://schemas.openxmlformats.org/officeDocument/2006/relationships/image" Target="../media/image90.png"/></Relationships>
</file>

<file path=ppt/slides/_rels/slide18.xml.rels><?xml version="1.0" encoding="UTF-8" standalone="yes"?>
<Relationships xmlns="http://schemas.openxmlformats.org/package/2006/relationships"><Relationship Id="rId9" Type="http://schemas.openxmlformats.org/officeDocument/2006/relationships/slideLayout" Target="../slideLayouts/slideLayout1.xml"/><Relationship Id="rId8" Type="http://schemas.openxmlformats.org/officeDocument/2006/relationships/image" Target="../media/image100.svg"/><Relationship Id="rId7" Type="http://schemas.openxmlformats.org/officeDocument/2006/relationships/image" Target="../media/image99.png"/><Relationship Id="rId6" Type="http://schemas.openxmlformats.org/officeDocument/2006/relationships/image" Target="../media/image12.svg"/><Relationship Id="rId5" Type="http://schemas.openxmlformats.org/officeDocument/2006/relationships/image" Target="../media/image98.png"/><Relationship Id="rId4" Type="http://schemas.openxmlformats.org/officeDocument/2006/relationships/image" Target="../media/image6.svg"/><Relationship Id="rId3" Type="http://schemas.openxmlformats.org/officeDocument/2006/relationships/image" Target="../media/image87.png"/><Relationship Id="rId2" Type="http://schemas.openxmlformats.org/officeDocument/2006/relationships/image" Target="../media/image97.svg"/><Relationship Id="rId10" Type="http://schemas.openxmlformats.org/officeDocument/2006/relationships/notesSlide" Target="../notesSlides/notesSlide18.xml"/><Relationship Id="rId1" Type="http://schemas.openxmlformats.org/officeDocument/2006/relationships/image" Target="../media/image96.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B1F33"/>
        </a:solidFill>
        <a:effectLst/>
      </p:bgPr>
    </p:bg>
    <p:spTree>
      <p:nvGrpSpPr>
        <p:cNvPr id="1" name=""/>
        <p:cNvGrpSpPr/>
        <p:nvPr/>
      </p:nvGrpSpPr>
      <p:grpSpPr>
        <a:xfrm>
          <a:off x="0" y="0"/>
          <a:ext cx="0" cy="0"/>
          <a:chOff x="0" y="0"/>
          <a:chExt cx="0" cy="0"/>
        </a:xfrm>
      </p:grpSpPr>
      <p:sp>
        <p:nvSpPr>
          <p:cNvPr id="2" name="Shape 0"/>
          <p:cNvSpPr/>
          <p:nvPr/>
        </p:nvSpPr>
        <p:spPr>
          <a:xfrm rot="1680000">
            <a:off x="7909560" y="274320"/>
            <a:ext cx="5212080" cy="5212080"/>
          </a:xfrm>
          <a:prstGeom prst="arc">
            <a:avLst/>
          </a:prstGeom>
          <a:solidFill>
            <a:srgbClr val="0B1F33">
              <a:alpha val="0"/>
            </a:srgbClr>
          </a:solidFill>
          <a:ln w="15240">
            <a:solidFill>
              <a:srgbClr val="62B4FF">
                <a:alpha val="28000"/>
              </a:srgbClr>
            </a:solidFill>
            <a:prstDash val="solid"/>
          </a:ln>
        </p:spPr>
      </p:sp>
      <p:sp>
        <p:nvSpPr>
          <p:cNvPr id="3" name="Shape 1"/>
          <p:cNvSpPr/>
          <p:nvPr/>
        </p:nvSpPr>
        <p:spPr>
          <a:xfrm rot="11400000">
            <a:off x="8595360" y="1234440"/>
            <a:ext cx="3566160" cy="3566160"/>
          </a:xfrm>
          <a:prstGeom prst="arc">
            <a:avLst/>
          </a:prstGeom>
          <a:solidFill>
            <a:srgbClr val="0B1F33">
              <a:alpha val="0"/>
            </a:srgbClr>
          </a:solidFill>
          <a:ln w="20320">
            <a:solidFill>
              <a:srgbClr val="FF6B3D">
                <a:alpha val="72000"/>
              </a:srgbClr>
            </a:solidFill>
            <a:prstDash val="solid"/>
          </a:ln>
        </p:spPr>
      </p:sp>
      <p:sp>
        <p:nvSpPr>
          <p:cNvPr id="4" name="Shape 2"/>
          <p:cNvSpPr/>
          <p:nvPr/>
        </p:nvSpPr>
        <p:spPr>
          <a:xfrm>
            <a:off x="10643616" y="475488"/>
            <a:ext cx="128016" cy="128016"/>
          </a:xfrm>
          <a:prstGeom prst="ellipse">
            <a:avLst/>
          </a:prstGeom>
          <a:solidFill>
            <a:srgbClr val="FF6B3D"/>
          </a:solidFill>
          <a:ln w="12700">
            <a:solidFill>
              <a:srgbClr val="FF6B3D"/>
            </a:solidFill>
            <a:prstDash val="solid"/>
          </a:ln>
        </p:spPr>
      </p:sp>
      <p:sp>
        <p:nvSpPr>
          <p:cNvPr id="5" name="Shape 3"/>
          <p:cNvSpPr/>
          <p:nvPr/>
        </p:nvSpPr>
        <p:spPr>
          <a:xfrm>
            <a:off x="9308592" y="4151376"/>
            <a:ext cx="128016" cy="128016"/>
          </a:xfrm>
          <a:prstGeom prst="ellipse">
            <a:avLst/>
          </a:prstGeom>
          <a:solidFill>
            <a:srgbClr val="1BB5A8"/>
          </a:solidFill>
          <a:ln w="12700">
            <a:solidFill>
              <a:srgbClr val="1BB5A8"/>
            </a:solidFill>
            <a:prstDash val="solid"/>
          </a:ln>
        </p:spPr>
      </p:sp>
      <p:sp>
        <p:nvSpPr>
          <p:cNvPr id="6" name="Shape 4"/>
          <p:cNvSpPr/>
          <p:nvPr/>
        </p:nvSpPr>
        <p:spPr>
          <a:xfrm>
            <a:off x="594360" y="530352"/>
            <a:ext cx="1517904" cy="329184"/>
          </a:xfrm>
          <a:prstGeom prst="roundRect">
            <a:avLst>
              <a:gd name="adj" fmla="val 50000"/>
            </a:avLst>
          </a:prstGeom>
          <a:solidFill>
            <a:srgbClr val="1D3448"/>
          </a:solidFill>
          <a:ln w="12700">
            <a:solidFill>
              <a:srgbClr val="1D3448">
                <a:alpha val="0"/>
              </a:srgbClr>
            </a:solidFill>
            <a:prstDash val="solid"/>
          </a:ln>
        </p:spPr>
      </p:sp>
      <p:pic>
        <p:nvPicPr>
          <p:cNvPr id="7" name="Image 0" descr="preencoded.png"/>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704088" y="612648"/>
            <a:ext cx="146304" cy="146304"/>
          </a:xfrm>
          <a:prstGeom prst="rect">
            <a:avLst/>
          </a:prstGeom>
        </p:spPr>
      </p:pic>
      <p:sp>
        <p:nvSpPr>
          <p:cNvPr id="8" name="Text 5"/>
          <p:cNvSpPr/>
          <p:nvPr/>
        </p:nvSpPr>
        <p:spPr>
          <a:xfrm>
            <a:off x="896112" y="603504"/>
            <a:ext cx="1124712" cy="164592"/>
          </a:xfrm>
          <a:prstGeom prst="rect">
            <a:avLst/>
          </a:prstGeom>
          <a:noFill/>
        </p:spPr>
        <p:txBody>
          <a:bodyPr wrap="square" lIns="0" tIns="0" rIns="0" bIns="0" rtlCol="0" anchor="ctr"/>
          <a:lstStyle/>
          <a:p>
            <a:pPr marL="0" indent="0">
              <a:buNone/>
            </a:pPr>
            <a:r>
              <a:rPr lang="en-US" sz="940" b="1" dirty="0">
                <a:solidFill>
                  <a:srgbClr val="BBD0E2"/>
                </a:solidFill>
                <a:latin typeface="Arial" panose="020B0604020202020204" pitchFamily="34" charset="0"/>
                <a:ea typeface="Arial" panose="020B0604020202020204" pitchFamily="34" charset="0"/>
                <a:cs typeface="Arial" panose="020B0604020202020204" pitchFamily="34" charset="0"/>
              </a:rPr>
              <a:t>PA5 • GROUP 11</a:t>
            </a:r>
            <a:endParaRPr lang="en-US" sz="940" dirty="0"/>
          </a:p>
        </p:txBody>
      </p:sp>
      <p:sp>
        <p:nvSpPr>
          <p:cNvPr id="9" name="Text 6"/>
          <p:cNvSpPr/>
          <p:nvPr/>
        </p:nvSpPr>
        <p:spPr>
          <a:xfrm>
            <a:off x="594360" y="1234440"/>
            <a:ext cx="5760720" cy="868680"/>
          </a:xfrm>
          <a:prstGeom prst="rect">
            <a:avLst/>
          </a:prstGeom>
          <a:noFill/>
        </p:spPr>
        <p:txBody>
          <a:bodyPr wrap="square" lIns="0" tIns="0" rIns="0" bIns="0" rtlCol="0" anchor="ctr"/>
          <a:lstStyle/>
          <a:p>
            <a:pPr marL="0" indent="0">
              <a:buNone/>
            </a:pPr>
            <a:r>
              <a:rPr lang="en-US" sz="4600" b="1" kern="0" spc="140" dirty="0">
                <a:solidFill>
                  <a:srgbClr val="FFFFFF"/>
                </a:solidFill>
                <a:latin typeface="Arial" panose="020B0604020202020204" pitchFamily="34" charset="0"/>
                <a:ea typeface="Arial" panose="020B0604020202020204" pitchFamily="34" charset="0"/>
                <a:cs typeface="Arial" panose="020B0604020202020204" pitchFamily="34" charset="0"/>
              </a:rPr>
              <a:t>WANDORA</a:t>
            </a:r>
            <a:endParaRPr lang="en-US" sz="4600" dirty="0"/>
          </a:p>
        </p:txBody>
      </p:sp>
      <p:sp>
        <p:nvSpPr>
          <p:cNvPr id="10" name="Text 7"/>
          <p:cNvSpPr/>
          <p:nvPr/>
        </p:nvSpPr>
        <p:spPr>
          <a:xfrm>
            <a:off x="621792" y="2221992"/>
            <a:ext cx="4937760" cy="1005840"/>
          </a:xfrm>
          <a:prstGeom prst="rect">
            <a:avLst/>
          </a:prstGeom>
          <a:noFill/>
        </p:spPr>
        <p:txBody>
          <a:bodyPr wrap="square" lIns="0" tIns="0" rIns="0" bIns="0" rtlCol="0" anchor="ctr"/>
          <a:lstStyle/>
          <a:p>
            <a:pPr marL="0" indent="0">
              <a:buNone/>
            </a:pPr>
            <a:r>
              <a:rPr lang="en-US" sz="2300" dirty="0">
                <a:solidFill>
                  <a:srgbClr val="D7E4EE"/>
                </a:solidFill>
                <a:latin typeface="Arial" panose="020B0604020202020204" pitchFamily="34" charset="0"/>
                <a:ea typeface="Arial" panose="020B0604020202020204" pitchFamily="34" charset="0"/>
                <a:cs typeface="Arial" panose="020B0604020202020204" pitchFamily="34" charset="0"/>
              </a:rPr>
              <a:t>AI-assisted Group Trip Planning</a:t>
            </a:r>
            <a:endParaRPr lang="en-US" sz="2300" dirty="0"/>
          </a:p>
          <a:p>
            <a:pPr marL="0" indent="0">
              <a:buNone/>
            </a:pPr>
            <a:r>
              <a:rPr lang="en-US" sz="2300" dirty="0">
                <a:solidFill>
                  <a:srgbClr val="D7E4EE"/>
                </a:solidFill>
                <a:latin typeface="Arial" panose="020B0604020202020204" pitchFamily="34" charset="0"/>
                <a:ea typeface="Arial" panose="020B0604020202020204" pitchFamily="34" charset="0"/>
                <a:cs typeface="Arial" panose="020B0604020202020204" pitchFamily="34" charset="0"/>
              </a:rPr>
              <a:t>and Management Application</a:t>
            </a:r>
            <a:endParaRPr lang="en-US" sz="2300" dirty="0"/>
          </a:p>
        </p:txBody>
      </p:sp>
      <p:sp>
        <p:nvSpPr>
          <p:cNvPr id="11" name="Text 8"/>
          <p:cNvSpPr/>
          <p:nvPr/>
        </p:nvSpPr>
        <p:spPr>
          <a:xfrm>
            <a:off x="621792" y="3447288"/>
            <a:ext cx="4983480" cy="694944"/>
          </a:xfrm>
          <a:prstGeom prst="rect">
            <a:avLst/>
          </a:prstGeom>
          <a:noFill/>
        </p:spPr>
        <p:txBody>
          <a:bodyPr wrap="square" lIns="0" tIns="0" rIns="0" bIns="0" rtlCol="0" anchor="ctr"/>
          <a:lstStyle/>
          <a:p>
            <a:pPr marL="0" indent="0">
              <a:buNone/>
            </a:pPr>
            <a:r>
              <a:rPr lang="en-US" sz="1330" dirty="0">
                <a:solidFill>
                  <a:srgbClr val="AFC1CF"/>
                </a:solidFill>
                <a:latin typeface="Arial" panose="020B0604020202020204" pitchFamily="34" charset="0"/>
                <a:ea typeface="Arial" panose="020B0604020202020204" pitchFamily="34" charset="0"/>
                <a:cs typeface="Arial" panose="020B0604020202020204" pitchFamily="34" charset="0"/>
              </a:rPr>
              <a:t>One workspace for itinerary creation, group coordination, and travel preparation.</a:t>
            </a:r>
            <a:endParaRPr lang="en-US" sz="1330" dirty="0"/>
          </a:p>
        </p:txBody>
      </p:sp>
      <p:sp>
        <p:nvSpPr>
          <p:cNvPr id="12" name="Shape 9"/>
          <p:cNvSpPr/>
          <p:nvPr/>
        </p:nvSpPr>
        <p:spPr>
          <a:xfrm>
            <a:off x="6903720" y="877824"/>
            <a:ext cx="4462272" cy="4526280"/>
          </a:xfrm>
          <a:prstGeom prst="roundRect">
            <a:avLst>
              <a:gd name="adj" fmla="val 3689"/>
            </a:avLst>
          </a:prstGeom>
          <a:solidFill>
            <a:srgbClr val="FDFEFE"/>
          </a:solidFill>
          <a:ln w="12700">
            <a:solidFill>
              <a:srgbClr val="FDFEFE">
                <a:alpha val="0"/>
              </a:srgbClr>
            </a:solidFill>
            <a:prstDash val="solid"/>
          </a:ln>
          <a:effectLst>
            <a:outerShdw blurRad="16510" dist="5080" dir="2700000" algn="bl" rotWithShape="0">
              <a:srgbClr val="000000">
                <a:alpha val="12000"/>
              </a:srgbClr>
            </a:outerShdw>
          </a:effectLst>
        </p:spPr>
      </p:sp>
      <p:sp>
        <p:nvSpPr>
          <p:cNvPr id="13" name="Shape 10"/>
          <p:cNvSpPr/>
          <p:nvPr/>
        </p:nvSpPr>
        <p:spPr>
          <a:xfrm>
            <a:off x="6903720" y="877824"/>
            <a:ext cx="4462272" cy="566928"/>
          </a:xfrm>
          <a:prstGeom prst="rect">
            <a:avLst/>
          </a:prstGeom>
          <a:solidFill>
            <a:srgbClr val="F0F4F7"/>
          </a:solidFill>
          <a:ln w="12700">
            <a:solidFill>
              <a:srgbClr val="F0F4F7"/>
            </a:solidFill>
            <a:prstDash val="solid"/>
          </a:ln>
        </p:spPr>
      </p:sp>
      <p:sp>
        <p:nvSpPr>
          <p:cNvPr id="14" name="Shape 11"/>
          <p:cNvSpPr/>
          <p:nvPr/>
        </p:nvSpPr>
        <p:spPr>
          <a:xfrm>
            <a:off x="7150608" y="1078992"/>
            <a:ext cx="82296" cy="82296"/>
          </a:xfrm>
          <a:prstGeom prst="ellipse">
            <a:avLst/>
          </a:prstGeom>
          <a:solidFill>
            <a:srgbClr val="FF6B3D"/>
          </a:solidFill>
          <a:ln w="12700">
            <a:solidFill>
              <a:srgbClr val="FF6B3D"/>
            </a:solidFill>
            <a:prstDash val="solid"/>
          </a:ln>
        </p:spPr>
      </p:sp>
      <p:sp>
        <p:nvSpPr>
          <p:cNvPr id="15" name="Shape 12"/>
          <p:cNvSpPr/>
          <p:nvPr/>
        </p:nvSpPr>
        <p:spPr>
          <a:xfrm>
            <a:off x="7370064" y="1078992"/>
            <a:ext cx="82296" cy="82296"/>
          </a:xfrm>
          <a:prstGeom prst="ellipse">
            <a:avLst/>
          </a:prstGeom>
          <a:solidFill>
            <a:srgbClr val="F1C75B"/>
          </a:solidFill>
          <a:ln w="12700">
            <a:solidFill>
              <a:srgbClr val="F1C75B"/>
            </a:solidFill>
            <a:prstDash val="solid"/>
          </a:ln>
        </p:spPr>
      </p:sp>
      <p:sp>
        <p:nvSpPr>
          <p:cNvPr id="16" name="Shape 13"/>
          <p:cNvSpPr/>
          <p:nvPr/>
        </p:nvSpPr>
        <p:spPr>
          <a:xfrm>
            <a:off x="7589520" y="1078992"/>
            <a:ext cx="82296" cy="82296"/>
          </a:xfrm>
          <a:prstGeom prst="ellipse">
            <a:avLst/>
          </a:prstGeom>
          <a:solidFill>
            <a:srgbClr val="1BB5A8"/>
          </a:solidFill>
          <a:ln w="12700">
            <a:solidFill>
              <a:srgbClr val="1BB5A8"/>
            </a:solidFill>
            <a:prstDash val="solid"/>
          </a:ln>
        </p:spPr>
      </p:sp>
      <p:sp>
        <p:nvSpPr>
          <p:cNvPr id="17" name="Text 14"/>
          <p:cNvSpPr/>
          <p:nvPr/>
        </p:nvSpPr>
        <p:spPr>
          <a:xfrm>
            <a:off x="7909560" y="1014984"/>
            <a:ext cx="2194560" cy="182880"/>
          </a:xfrm>
          <a:prstGeom prst="rect">
            <a:avLst/>
          </a:prstGeom>
          <a:noFill/>
        </p:spPr>
        <p:txBody>
          <a:bodyPr wrap="square" lIns="0" tIns="0" rIns="0" bIns="0" rtlCol="0" anchor="ctr"/>
          <a:lstStyle/>
          <a:p>
            <a:pPr marL="0" indent="0">
              <a:buNone/>
            </a:pPr>
            <a:r>
              <a:rPr lang="en-US" sz="950" b="1" dirty="0">
                <a:solidFill>
                  <a:srgbClr val="0B1F33"/>
                </a:solidFill>
                <a:latin typeface="Arial" panose="020B0604020202020204" pitchFamily="34" charset="0"/>
                <a:ea typeface="Arial" panose="020B0604020202020204" pitchFamily="34" charset="0"/>
                <a:cs typeface="Arial" panose="020B0604020202020204" pitchFamily="34" charset="0"/>
              </a:rPr>
              <a:t>Wandora workspace</a:t>
            </a:r>
            <a:endParaRPr lang="en-US" sz="950" dirty="0"/>
          </a:p>
        </p:txBody>
      </p:sp>
      <p:sp>
        <p:nvSpPr>
          <p:cNvPr id="18" name="Shape 15"/>
          <p:cNvSpPr/>
          <p:nvPr/>
        </p:nvSpPr>
        <p:spPr>
          <a:xfrm>
            <a:off x="7150608" y="1682496"/>
            <a:ext cx="1005840" cy="3383280"/>
          </a:xfrm>
          <a:prstGeom prst="roundRect">
            <a:avLst>
              <a:gd name="adj" fmla="val 7273"/>
            </a:avLst>
          </a:prstGeom>
          <a:solidFill>
            <a:srgbClr val="0B1F33"/>
          </a:solidFill>
          <a:ln w="12700">
            <a:solidFill>
              <a:srgbClr val="0B1F33"/>
            </a:solidFill>
            <a:prstDash val="solid"/>
          </a:ln>
        </p:spPr>
      </p:sp>
      <p:pic>
        <p:nvPicPr>
          <p:cNvPr id="19" name="Image 1" descr="preencoded.png"/>
          <p:cNvPicPr>
            <a:picLocks noChangeAspect="1"/>
          </p:cNvPicPr>
          <p:nvPr/>
        </p:nvPicPr>
        <p:blipFill>
          <a:blip r:embed="rId1">
            <a:extLst>
              <a:ext uri="{96DAC541-7B7A-43D3-8B79-37D633B846F1}">
                <asvg:svgBlip xmlns:asvg="http://schemas.microsoft.com/office/drawing/2016/SVG/main" r:embed="rId3"/>
              </a:ext>
            </a:extLst>
          </a:blip>
          <a:stretch>
            <a:fillRect/>
          </a:stretch>
        </p:blipFill>
        <p:spPr>
          <a:xfrm>
            <a:off x="7498080" y="1920240"/>
            <a:ext cx="301752" cy="301752"/>
          </a:xfrm>
          <a:prstGeom prst="rect">
            <a:avLst/>
          </a:prstGeom>
        </p:spPr>
      </p:pic>
      <p:sp>
        <p:nvSpPr>
          <p:cNvPr id="20" name="Text 16"/>
          <p:cNvSpPr/>
          <p:nvPr/>
        </p:nvSpPr>
        <p:spPr>
          <a:xfrm>
            <a:off x="7287768" y="2496312"/>
            <a:ext cx="731520" cy="201168"/>
          </a:xfrm>
          <a:prstGeom prst="rect">
            <a:avLst/>
          </a:prstGeom>
          <a:noFill/>
        </p:spPr>
        <p:txBody>
          <a:bodyPr wrap="square" lIns="0" tIns="0" rIns="0" bIns="0" rtlCol="0" anchor="ctr"/>
          <a:lstStyle/>
          <a:p>
            <a:pPr marL="0" indent="0" algn="ctr">
              <a:buNone/>
            </a:pPr>
            <a:r>
              <a:rPr lang="en-US" sz="800" dirty="0">
                <a:solidFill>
                  <a:srgbClr val="B8C7D2"/>
                </a:solidFill>
                <a:latin typeface="Arial" panose="020B0604020202020204" pitchFamily="34" charset="0"/>
                <a:ea typeface="Arial" panose="020B0604020202020204" pitchFamily="34" charset="0"/>
                <a:cs typeface="Arial" panose="020B0604020202020204" pitchFamily="34" charset="0"/>
              </a:rPr>
              <a:t>Trip</a:t>
            </a:r>
            <a:endParaRPr lang="en-US" sz="800" dirty="0"/>
          </a:p>
        </p:txBody>
      </p:sp>
      <p:sp>
        <p:nvSpPr>
          <p:cNvPr id="21" name="Text 17"/>
          <p:cNvSpPr/>
          <p:nvPr/>
        </p:nvSpPr>
        <p:spPr>
          <a:xfrm>
            <a:off x="7287768" y="3008376"/>
            <a:ext cx="731520" cy="201168"/>
          </a:xfrm>
          <a:prstGeom prst="rect">
            <a:avLst/>
          </a:prstGeom>
          <a:noFill/>
        </p:spPr>
        <p:txBody>
          <a:bodyPr wrap="square" lIns="0" tIns="0" rIns="0" bIns="0" rtlCol="0" anchor="ctr"/>
          <a:lstStyle/>
          <a:p>
            <a:pPr marL="0" indent="0" algn="ctr">
              <a:buNone/>
            </a:pPr>
            <a:r>
              <a:rPr lang="en-US" sz="800" b="1" dirty="0">
                <a:solidFill>
                  <a:srgbClr val="FFFFFF"/>
                </a:solidFill>
                <a:latin typeface="Arial" panose="020B0604020202020204" pitchFamily="34" charset="0"/>
                <a:ea typeface="Arial" panose="020B0604020202020204" pitchFamily="34" charset="0"/>
                <a:cs typeface="Arial" panose="020B0604020202020204" pitchFamily="34" charset="0"/>
              </a:rPr>
              <a:t>Itinerary</a:t>
            </a:r>
            <a:endParaRPr lang="en-US" sz="800" dirty="0"/>
          </a:p>
        </p:txBody>
      </p:sp>
      <p:sp>
        <p:nvSpPr>
          <p:cNvPr id="22" name="Text 18"/>
          <p:cNvSpPr/>
          <p:nvPr/>
        </p:nvSpPr>
        <p:spPr>
          <a:xfrm>
            <a:off x="7287768" y="3520440"/>
            <a:ext cx="731520" cy="201168"/>
          </a:xfrm>
          <a:prstGeom prst="rect">
            <a:avLst/>
          </a:prstGeom>
          <a:noFill/>
        </p:spPr>
        <p:txBody>
          <a:bodyPr wrap="square" lIns="0" tIns="0" rIns="0" bIns="0" rtlCol="0" anchor="ctr"/>
          <a:lstStyle/>
          <a:p>
            <a:pPr marL="0" indent="0" algn="ctr">
              <a:buNone/>
            </a:pPr>
            <a:r>
              <a:rPr lang="en-US" sz="800" dirty="0">
                <a:solidFill>
                  <a:srgbClr val="B8C7D2"/>
                </a:solidFill>
                <a:latin typeface="Arial" panose="020B0604020202020204" pitchFamily="34" charset="0"/>
                <a:ea typeface="Arial" panose="020B0604020202020204" pitchFamily="34" charset="0"/>
                <a:cs typeface="Arial" panose="020B0604020202020204" pitchFamily="34" charset="0"/>
              </a:rPr>
              <a:t>Packing</a:t>
            </a:r>
            <a:endParaRPr lang="en-US" sz="800" dirty="0"/>
          </a:p>
        </p:txBody>
      </p:sp>
      <p:sp>
        <p:nvSpPr>
          <p:cNvPr id="23" name="Text 19"/>
          <p:cNvSpPr/>
          <p:nvPr/>
        </p:nvSpPr>
        <p:spPr>
          <a:xfrm>
            <a:off x="7287768" y="4032504"/>
            <a:ext cx="731520" cy="201168"/>
          </a:xfrm>
          <a:prstGeom prst="rect">
            <a:avLst/>
          </a:prstGeom>
          <a:noFill/>
        </p:spPr>
        <p:txBody>
          <a:bodyPr wrap="square" lIns="0" tIns="0" rIns="0" bIns="0" rtlCol="0" anchor="ctr"/>
          <a:lstStyle/>
          <a:p>
            <a:pPr marL="0" indent="0" algn="ctr">
              <a:buNone/>
            </a:pPr>
            <a:r>
              <a:rPr lang="en-US" sz="800" dirty="0">
                <a:solidFill>
                  <a:srgbClr val="B8C7D2"/>
                </a:solidFill>
                <a:latin typeface="Arial" panose="020B0604020202020204" pitchFamily="34" charset="0"/>
                <a:ea typeface="Arial" panose="020B0604020202020204" pitchFamily="34" charset="0"/>
                <a:cs typeface="Arial" panose="020B0604020202020204" pitchFamily="34" charset="0"/>
              </a:rPr>
              <a:t>Members</a:t>
            </a:r>
            <a:endParaRPr lang="en-US" sz="800" dirty="0"/>
          </a:p>
        </p:txBody>
      </p:sp>
      <p:sp>
        <p:nvSpPr>
          <p:cNvPr id="24" name="Text 20"/>
          <p:cNvSpPr/>
          <p:nvPr/>
        </p:nvSpPr>
        <p:spPr>
          <a:xfrm>
            <a:off x="8394192" y="1700784"/>
            <a:ext cx="2514600" cy="256032"/>
          </a:xfrm>
          <a:prstGeom prst="rect">
            <a:avLst/>
          </a:prstGeom>
          <a:noFill/>
        </p:spPr>
        <p:txBody>
          <a:bodyPr wrap="square" lIns="0" tIns="0" rIns="0" bIns="0" rtlCol="0" anchor="ctr"/>
          <a:lstStyle/>
          <a:p>
            <a:pPr marL="0" indent="0">
              <a:buNone/>
            </a:pPr>
            <a:r>
              <a:rPr lang="en-US" sz="1300" b="1" dirty="0">
                <a:solidFill>
                  <a:srgbClr val="12212F"/>
                </a:solidFill>
                <a:latin typeface="Arial" panose="020B0604020202020204" pitchFamily="34" charset="0"/>
                <a:ea typeface="Arial" panose="020B0604020202020204" pitchFamily="34" charset="0"/>
                <a:cs typeface="Arial" panose="020B0604020202020204" pitchFamily="34" charset="0"/>
              </a:rPr>
              <a:t>AI itinerary preview</a:t>
            </a:r>
            <a:endParaRPr lang="en-US" sz="1300" dirty="0"/>
          </a:p>
        </p:txBody>
      </p:sp>
      <p:sp>
        <p:nvSpPr>
          <p:cNvPr id="25" name="Shape 21"/>
          <p:cNvSpPr/>
          <p:nvPr/>
        </p:nvSpPr>
        <p:spPr>
          <a:xfrm>
            <a:off x="9948672" y="2048256"/>
            <a:ext cx="1115568" cy="329184"/>
          </a:xfrm>
          <a:prstGeom prst="roundRect">
            <a:avLst>
              <a:gd name="adj" fmla="val 50000"/>
            </a:avLst>
          </a:prstGeom>
          <a:solidFill>
            <a:srgbClr val="E2F4EB"/>
          </a:solidFill>
          <a:ln w="12700">
            <a:solidFill>
              <a:srgbClr val="E2F4EB">
                <a:alpha val="0"/>
              </a:srgbClr>
            </a:solidFill>
            <a:prstDash val="solid"/>
          </a:ln>
        </p:spPr>
      </p:sp>
      <p:pic>
        <p:nvPicPr>
          <p:cNvPr id="26" name="Image 2" descr="preencoded.png"/>
          <p:cNvPicPr>
            <a:picLocks noChangeAspect="1"/>
          </p:cNvPicPr>
          <p:nvPr/>
        </p:nvPicPr>
        <p:blipFill>
          <a:blip r:embed="rId1">
            <a:extLst>
              <a:ext uri="{96DAC541-7B7A-43D3-8B79-37D633B846F1}">
                <asvg:svgBlip xmlns:asvg="http://schemas.microsoft.com/office/drawing/2016/SVG/main" r:embed="rId4"/>
              </a:ext>
            </a:extLst>
          </a:blip>
          <a:stretch>
            <a:fillRect/>
          </a:stretch>
        </p:blipFill>
        <p:spPr>
          <a:xfrm>
            <a:off x="10058400" y="2130552"/>
            <a:ext cx="146304" cy="146304"/>
          </a:xfrm>
          <a:prstGeom prst="rect">
            <a:avLst/>
          </a:prstGeom>
        </p:spPr>
      </p:pic>
      <p:sp>
        <p:nvSpPr>
          <p:cNvPr id="27" name="Text 22"/>
          <p:cNvSpPr/>
          <p:nvPr/>
        </p:nvSpPr>
        <p:spPr>
          <a:xfrm>
            <a:off x="10250424" y="2121408"/>
            <a:ext cx="722376" cy="164592"/>
          </a:xfrm>
          <a:prstGeom prst="rect">
            <a:avLst/>
          </a:prstGeom>
          <a:noFill/>
        </p:spPr>
        <p:txBody>
          <a:bodyPr wrap="square" lIns="0" tIns="0" rIns="0" bIns="0" rtlCol="0" anchor="ctr"/>
          <a:lstStyle/>
          <a:p>
            <a:pPr marL="0" indent="0">
              <a:buNone/>
            </a:pPr>
            <a:r>
              <a:rPr lang="en-US" sz="940" b="1" dirty="0">
                <a:solidFill>
                  <a:srgbClr val="2DAA72"/>
                </a:solidFill>
                <a:latin typeface="Arial" panose="020B0604020202020204" pitchFamily="34" charset="0"/>
                <a:ea typeface="Arial" panose="020B0604020202020204" pitchFamily="34" charset="0"/>
                <a:cs typeface="Arial" panose="020B0604020202020204" pitchFamily="34" charset="0"/>
              </a:rPr>
              <a:t>READY TO REVIEW</a:t>
            </a:r>
            <a:endParaRPr lang="en-US" sz="940" dirty="0"/>
          </a:p>
        </p:txBody>
      </p:sp>
      <p:sp>
        <p:nvSpPr>
          <p:cNvPr id="28" name="Shape 23"/>
          <p:cNvSpPr/>
          <p:nvPr/>
        </p:nvSpPr>
        <p:spPr>
          <a:xfrm>
            <a:off x="8622792" y="2532888"/>
            <a:ext cx="0" cy="1700784"/>
          </a:xfrm>
          <a:prstGeom prst="line">
            <a:avLst/>
          </a:prstGeom>
          <a:noFill/>
          <a:ln w="25400">
            <a:solidFill>
              <a:srgbClr val="D9E0E6"/>
            </a:solidFill>
            <a:prstDash val="solid"/>
          </a:ln>
        </p:spPr>
      </p:sp>
      <p:sp>
        <p:nvSpPr>
          <p:cNvPr id="29" name="Shape 24"/>
          <p:cNvSpPr/>
          <p:nvPr/>
        </p:nvSpPr>
        <p:spPr>
          <a:xfrm>
            <a:off x="8540496" y="2532888"/>
            <a:ext cx="164592" cy="164592"/>
          </a:xfrm>
          <a:prstGeom prst="ellipse">
            <a:avLst/>
          </a:prstGeom>
          <a:solidFill>
            <a:srgbClr val="FF6B3D"/>
          </a:solidFill>
          <a:ln w="12700">
            <a:solidFill>
              <a:srgbClr val="FFFFFF"/>
            </a:solidFill>
            <a:prstDash val="solid"/>
          </a:ln>
        </p:spPr>
      </p:sp>
      <p:sp>
        <p:nvSpPr>
          <p:cNvPr id="30" name="Text 25"/>
          <p:cNvSpPr/>
          <p:nvPr/>
        </p:nvSpPr>
        <p:spPr>
          <a:xfrm>
            <a:off x="8851392" y="2423160"/>
            <a:ext cx="1188720" cy="164592"/>
          </a:xfrm>
          <a:prstGeom prst="rect">
            <a:avLst/>
          </a:prstGeom>
          <a:noFill/>
        </p:spPr>
        <p:txBody>
          <a:bodyPr wrap="square" lIns="0" tIns="0" rIns="0" bIns="0" rtlCol="0" anchor="ctr"/>
          <a:lstStyle/>
          <a:p>
            <a:pPr marL="0" indent="0">
              <a:buNone/>
            </a:pPr>
            <a:r>
              <a:rPr lang="en-US" sz="820" b="1" dirty="0">
                <a:solidFill>
                  <a:srgbClr val="687584"/>
                </a:solidFill>
                <a:latin typeface="Arial" panose="020B0604020202020204" pitchFamily="34" charset="0"/>
                <a:ea typeface="Arial" panose="020B0604020202020204" pitchFamily="34" charset="0"/>
                <a:cs typeface="Arial" panose="020B0604020202020204" pitchFamily="34" charset="0"/>
              </a:rPr>
              <a:t>Morning</a:t>
            </a:r>
            <a:endParaRPr lang="en-US" sz="820" dirty="0"/>
          </a:p>
        </p:txBody>
      </p:sp>
      <p:sp>
        <p:nvSpPr>
          <p:cNvPr id="31" name="Shape 26"/>
          <p:cNvSpPr/>
          <p:nvPr/>
        </p:nvSpPr>
        <p:spPr>
          <a:xfrm>
            <a:off x="8833104" y="2633472"/>
            <a:ext cx="2011680" cy="384048"/>
          </a:xfrm>
          <a:prstGeom prst="roundRect">
            <a:avLst>
              <a:gd name="adj" fmla="val 19048"/>
            </a:avLst>
          </a:prstGeom>
          <a:solidFill>
            <a:srgbClr val="F5F7F9"/>
          </a:solidFill>
          <a:ln w="12700">
            <a:solidFill>
              <a:srgbClr val="E6EBEF"/>
            </a:solidFill>
            <a:prstDash val="solid"/>
          </a:ln>
        </p:spPr>
      </p:sp>
      <p:sp>
        <p:nvSpPr>
          <p:cNvPr id="32" name="Text 27"/>
          <p:cNvSpPr/>
          <p:nvPr/>
        </p:nvSpPr>
        <p:spPr>
          <a:xfrm>
            <a:off x="8988552" y="2734056"/>
            <a:ext cx="1691640" cy="137160"/>
          </a:xfrm>
          <a:prstGeom prst="rect">
            <a:avLst/>
          </a:prstGeom>
          <a:noFill/>
        </p:spPr>
        <p:txBody>
          <a:bodyPr wrap="square" lIns="0" tIns="0" rIns="0" bIns="0" rtlCol="0" anchor="ctr"/>
          <a:lstStyle/>
          <a:p>
            <a:pPr marL="0" indent="0">
              <a:buNone/>
            </a:pPr>
            <a:r>
              <a:rPr lang="en-US" sz="810" dirty="0">
                <a:solidFill>
                  <a:srgbClr val="12212F"/>
                </a:solidFill>
                <a:latin typeface="Arial" panose="020B0604020202020204" pitchFamily="34" charset="0"/>
                <a:ea typeface="Arial" panose="020B0604020202020204" pitchFamily="34" charset="0"/>
                <a:cs typeface="Arial" panose="020B0604020202020204" pitchFamily="34" charset="0"/>
              </a:rPr>
              <a:t>AI-generated activity</a:t>
            </a:r>
            <a:endParaRPr lang="en-US" sz="810" dirty="0"/>
          </a:p>
        </p:txBody>
      </p:sp>
      <p:sp>
        <p:nvSpPr>
          <p:cNvPr id="33" name="Shape 28"/>
          <p:cNvSpPr/>
          <p:nvPr/>
        </p:nvSpPr>
        <p:spPr>
          <a:xfrm>
            <a:off x="8540496" y="3246120"/>
            <a:ext cx="164592" cy="164592"/>
          </a:xfrm>
          <a:prstGeom prst="ellipse">
            <a:avLst/>
          </a:prstGeom>
          <a:solidFill>
            <a:srgbClr val="1BB5A8"/>
          </a:solidFill>
          <a:ln w="12700">
            <a:solidFill>
              <a:srgbClr val="FFFFFF"/>
            </a:solidFill>
            <a:prstDash val="solid"/>
          </a:ln>
        </p:spPr>
      </p:sp>
      <p:sp>
        <p:nvSpPr>
          <p:cNvPr id="34" name="Text 29"/>
          <p:cNvSpPr/>
          <p:nvPr/>
        </p:nvSpPr>
        <p:spPr>
          <a:xfrm>
            <a:off x="8851392" y="3136392"/>
            <a:ext cx="1188720" cy="164592"/>
          </a:xfrm>
          <a:prstGeom prst="rect">
            <a:avLst/>
          </a:prstGeom>
          <a:noFill/>
        </p:spPr>
        <p:txBody>
          <a:bodyPr wrap="square" lIns="0" tIns="0" rIns="0" bIns="0" rtlCol="0" anchor="ctr"/>
          <a:lstStyle/>
          <a:p>
            <a:pPr marL="0" indent="0">
              <a:buNone/>
            </a:pPr>
            <a:r>
              <a:rPr lang="en-US" sz="820" b="1" dirty="0">
                <a:solidFill>
                  <a:srgbClr val="687584"/>
                </a:solidFill>
                <a:latin typeface="Arial" panose="020B0604020202020204" pitchFamily="34" charset="0"/>
                <a:ea typeface="Arial" panose="020B0604020202020204" pitchFamily="34" charset="0"/>
                <a:cs typeface="Arial" panose="020B0604020202020204" pitchFamily="34" charset="0"/>
              </a:rPr>
              <a:t>Afternoon</a:t>
            </a:r>
            <a:endParaRPr lang="en-US" sz="820" dirty="0"/>
          </a:p>
        </p:txBody>
      </p:sp>
      <p:sp>
        <p:nvSpPr>
          <p:cNvPr id="35" name="Shape 30"/>
          <p:cNvSpPr/>
          <p:nvPr/>
        </p:nvSpPr>
        <p:spPr>
          <a:xfrm>
            <a:off x="8833104" y="3346704"/>
            <a:ext cx="2011680" cy="384048"/>
          </a:xfrm>
          <a:prstGeom prst="roundRect">
            <a:avLst>
              <a:gd name="adj" fmla="val 19048"/>
            </a:avLst>
          </a:prstGeom>
          <a:solidFill>
            <a:srgbClr val="F5F7F9"/>
          </a:solidFill>
          <a:ln w="12700">
            <a:solidFill>
              <a:srgbClr val="E6EBEF"/>
            </a:solidFill>
            <a:prstDash val="solid"/>
          </a:ln>
        </p:spPr>
      </p:sp>
      <p:sp>
        <p:nvSpPr>
          <p:cNvPr id="36" name="Text 31"/>
          <p:cNvSpPr/>
          <p:nvPr/>
        </p:nvSpPr>
        <p:spPr>
          <a:xfrm>
            <a:off x="8988552" y="3447288"/>
            <a:ext cx="1691640" cy="137160"/>
          </a:xfrm>
          <a:prstGeom prst="rect">
            <a:avLst/>
          </a:prstGeom>
          <a:noFill/>
        </p:spPr>
        <p:txBody>
          <a:bodyPr wrap="square" lIns="0" tIns="0" rIns="0" bIns="0" rtlCol="0" anchor="ctr"/>
          <a:lstStyle/>
          <a:p>
            <a:pPr marL="0" indent="0">
              <a:buNone/>
            </a:pPr>
            <a:r>
              <a:rPr lang="en-US" sz="810" dirty="0">
                <a:solidFill>
                  <a:srgbClr val="12212F"/>
                </a:solidFill>
                <a:latin typeface="Arial" panose="020B0604020202020204" pitchFamily="34" charset="0"/>
                <a:ea typeface="Arial" panose="020B0604020202020204" pitchFamily="34" charset="0"/>
                <a:cs typeface="Arial" panose="020B0604020202020204" pitchFamily="34" charset="0"/>
              </a:rPr>
              <a:t>Shared planning item</a:t>
            </a:r>
            <a:endParaRPr lang="en-US" sz="810" dirty="0"/>
          </a:p>
        </p:txBody>
      </p:sp>
      <p:sp>
        <p:nvSpPr>
          <p:cNvPr id="37" name="Shape 32"/>
          <p:cNvSpPr/>
          <p:nvPr/>
        </p:nvSpPr>
        <p:spPr>
          <a:xfrm>
            <a:off x="8540496" y="3959352"/>
            <a:ext cx="164592" cy="164592"/>
          </a:xfrm>
          <a:prstGeom prst="ellipse">
            <a:avLst/>
          </a:prstGeom>
          <a:solidFill>
            <a:srgbClr val="62B4FF"/>
          </a:solidFill>
          <a:ln w="12700">
            <a:solidFill>
              <a:srgbClr val="FFFFFF"/>
            </a:solidFill>
            <a:prstDash val="solid"/>
          </a:ln>
        </p:spPr>
      </p:sp>
      <p:sp>
        <p:nvSpPr>
          <p:cNvPr id="38" name="Text 33"/>
          <p:cNvSpPr/>
          <p:nvPr/>
        </p:nvSpPr>
        <p:spPr>
          <a:xfrm>
            <a:off x="8851392" y="3849624"/>
            <a:ext cx="1188720" cy="164592"/>
          </a:xfrm>
          <a:prstGeom prst="rect">
            <a:avLst/>
          </a:prstGeom>
          <a:noFill/>
        </p:spPr>
        <p:txBody>
          <a:bodyPr wrap="square" lIns="0" tIns="0" rIns="0" bIns="0" rtlCol="0" anchor="ctr"/>
          <a:lstStyle/>
          <a:p>
            <a:pPr marL="0" indent="0">
              <a:buNone/>
            </a:pPr>
            <a:r>
              <a:rPr lang="en-US" sz="820" b="1" dirty="0">
                <a:solidFill>
                  <a:srgbClr val="687584"/>
                </a:solidFill>
                <a:latin typeface="Arial" panose="020B0604020202020204" pitchFamily="34" charset="0"/>
                <a:ea typeface="Arial" panose="020B0604020202020204" pitchFamily="34" charset="0"/>
                <a:cs typeface="Arial" panose="020B0604020202020204" pitchFamily="34" charset="0"/>
              </a:rPr>
              <a:t>Evening</a:t>
            </a:r>
            <a:endParaRPr lang="en-US" sz="820" dirty="0"/>
          </a:p>
        </p:txBody>
      </p:sp>
      <p:sp>
        <p:nvSpPr>
          <p:cNvPr id="39" name="Shape 34"/>
          <p:cNvSpPr/>
          <p:nvPr/>
        </p:nvSpPr>
        <p:spPr>
          <a:xfrm>
            <a:off x="8833104" y="4059936"/>
            <a:ext cx="2011680" cy="384048"/>
          </a:xfrm>
          <a:prstGeom prst="roundRect">
            <a:avLst>
              <a:gd name="adj" fmla="val 19048"/>
            </a:avLst>
          </a:prstGeom>
          <a:solidFill>
            <a:srgbClr val="F5F7F9"/>
          </a:solidFill>
          <a:ln w="12700">
            <a:solidFill>
              <a:srgbClr val="E6EBEF"/>
            </a:solidFill>
            <a:prstDash val="solid"/>
          </a:ln>
        </p:spPr>
      </p:sp>
      <p:sp>
        <p:nvSpPr>
          <p:cNvPr id="40" name="Text 35"/>
          <p:cNvSpPr/>
          <p:nvPr/>
        </p:nvSpPr>
        <p:spPr>
          <a:xfrm>
            <a:off x="8988552" y="4160520"/>
            <a:ext cx="1691640" cy="137160"/>
          </a:xfrm>
          <a:prstGeom prst="rect">
            <a:avLst/>
          </a:prstGeom>
          <a:noFill/>
        </p:spPr>
        <p:txBody>
          <a:bodyPr wrap="square" lIns="0" tIns="0" rIns="0" bIns="0" rtlCol="0" anchor="ctr"/>
          <a:lstStyle/>
          <a:p>
            <a:pPr marL="0" indent="0">
              <a:buNone/>
            </a:pPr>
            <a:r>
              <a:rPr lang="en-US" sz="810" dirty="0">
                <a:solidFill>
                  <a:srgbClr val="12212F"/>
                </a:solidFill>
                <a:latin typeface="Arial" panose="020B0604020202020204" pitchFamily="34" charset="0"/>
                <a:ea typeface="Arial" panose="020B0604020202020204" pitchFamily="34" charset="0"/>
                <a:cs typeface="Arial" panose="020B0604020202020204" pitchFamily="34" charset="0"/>
              </a:rPr>
              <a:t>Group adjustment</a:t>
            </a:r>
            <a:endParaRPr lang="en-US" sz="810" dirty="0"/>
          </a:p>
        </p:txBody>
      </p:sp>
      <p:sp>
        <p:nvSpPr>
          <p:cNvPr id="41" name="Text 36"/>
          <p:cNvSpPr/>
          <p:nvPr/>
        </p:nvSpPr>
        <p:spPr>
          <a:xfrm>
            <a:off x="621792" y="4901184"/>
            <a:ext cx="777240" cy="164592"/>
          </a:xfrm>
          <a:prstGeom prst="rect">
            <a:avLst/>
          </a:prstGeom>
          <a:noFill/>
        </p:spPr>
        <p:txBody>
          <a:bodyPr wrap="square" lIns="0" tIns="0" rIns="0" bIns="0" rtlCol="0" anchor="ctr"/>
          <a:lstStyle/>
          <a:p>
            <a:pPr marL="0" indent="0">
              <a:buNone/>
            </a:pPr>
            <a:r>
              <a:rPr lang="en-US" sz="850" b="1" kern="0" spc="60" dirty="0">
                <a:solidFill>
                  <a:srgbClr val="FF6B3D"/>
                </a:solidFill>
                <a:latin typeface="Arial" panose="020B0604020202020204" pitchFamily="34" charset="0"/>
                <a:ea typeface="Arial" panose="020B0604020202020204" pitchFamily="34" charset="0"/>
                <a:cs typeface="Arial" panose="020B0604020202020204" pitchFamily="34" charset="0"/>
              </a:rPr>
              <a:t>TEAM 11</a:t>
            </a:r>
            <a:endParaRPr lang="en-US" sz="850" dirty="0"/>
          </a:p>
        </p:txBody>
      </p:sp>
      <p:sp>
        <p:nvSpPr>
          <p:cNvPr id="42" name="Shape 37"/>
          <p:cNvSpPr/>
          <p:nvPr/>
        </p:nvSpPr>
        <p:spPr>
          <a:xfrm>
            <a:off x="612648" y="5230368"/>
            <a:ext cx="2441448" cy="658368"/>
          </a:xfrm>
          <a:prstGeom prst="roundRect">
            <a:avLst>
              <a:gd name="adj" fmla="val 16667"/>
            </a:avLst>
          </a:prstGeom>
          <a:solidFill>
            <a:srgbClr val="163249"/>
          </a:solidFill>
          <a:ln w="12700">
            <a:solidFill>
              <a:srgbClr val="163249">
                <a:alpha val="0"/>
              </a:srgbClr>
            </a:solidFill>
            <a:prstDash val="solid"/>
          </a:ln>
        </p:spPr>
      </p:sp>
      <p:sp>
        <p:nvSpPr>
          <p:cNvPr id="43" name="Shape 38"/>
          <p:cNvSpPr/>
          <p:nvPr/>
        </p:nvSpPr>
        <p:spPr>
          <a:xfrm>
            <a:off x="758952" y="5376672"/>
            <a:ext cx="329184" cy="329184"/>
          </a:xfrm>
          <a:prstGeom prst="ellipse">
            <a:avLst/>
          </a:prstGeom>
          <a:solidFill>
            <a:srgbClr val="FF6B3D"/>
          </a:solidFill>
          <a:ln w="12700">
            <a:solidFill>
              <a:srgbClr val="0B1F33">
                <a:alpha val="0"/>
              </a:srgbClr>
            </a:solidFill>
            <a:prstDash val="solid"/>
          </a:ln>
        </p:spPr>
      </p:sp>
      <p:sp>
        <p:nvSpPr>
          <p:cNvPr id="44" name="Text 39"/>
          <p:cNvSpPr/>
          <p:nvPr/>
        </p:nvSpPr>
        <p:spPr>
          <a:xfrm>
            <a:off x="1197864" y="5330952"/>
            <a:ext cx="1609344" cy="164592"/>
          </a:xfrm>
          <a:prstGeom prst="rect">
            <a:avLst/>
          </a:prstGeom>
          <a:noFill/>
        </p:spPr>
        <p:txBody>
          <a:bodyPr wrap="square" lIns="0" tIns="0" rIns="0" bIns="0" rtlCol="0" anchor="ctr"/>
          <a:lstStyle/>
          <a:p>
            <a:pPr marL="0" indent="0">
              <a:buNone/>
            </a:pPr>
            <a:r>
              <a:rPr lang="en-US" sz="960" b="1" dirty="0">
                <a:solidFill>
                  <a:srgbClr val="FFFFFF"/>
                </a:solidFill>
                <a:latin typeface="Arial" panose="020B0604020202020204" pitchFamily="34" charset="0"/>
                <a:ea typeface="Arial" panose="020B0604020202020204" pitchFamily="34" charset="0"/>
                <a:cs typeface="Arial" panose="020B0604020202020204" pitchFamily="34" charset="0"/>
              </a:rPr>
              <a:t>Lê Thanh Hải</a:t>
            </a:r>
            <a:endParaRPr lang="en-US" sz="960" dirty="0"/>
          </a:p>
        </p:txBody>
      </p:sp>
      <p:sp>
        <p:nvSpPr>
          <p:cNvPr id="45" name="Text 40"/>
          <p:cNvSpPr/>
          <p:nvPr/>
        </p:nvSpPr>
        <p:spPr>
          <a:xfrm>
            <a:off x="1197864" y="5559552"/>
            <a:ext cx="1371600" cy="146304"/>
          </a:xfrm>
          <a:prstGeom prst="rect">
            <a:avLst/>
          </a:prstGeom>
          <a:noFill/>
        </p:spPr>
        <p:txBody>
          <a:bodyPr wrap="square" lIns="0" tIns="0" rIns="0" bIns="0" rtlCol="0" anchor="ctr"/>
          <a:lstStyle/>
          <a:p>
            <a:pPr marL="0" indent="0">
              <a:buNone/>
            </a:pPr>
            <a:r>
              <a:rPr lang="en-US" sz="800" dirty="0">
                <a:solidFill>
                  <a:srgbClr val="AFC1CF"/>
                </a:solidFill>
                <a:latin typeface="Arial" panose="020B0604020202020204" pitchFamily="34" charset="0"/>
                <a:ea typeface="Arial" panose="020B0604020202020204" pitchFamily="34" charset="0"/>
                <a:cs typeface="Arial" panose="020B0604020202020204" pitchFamily="34" charset="0"/>
              </a:rPr>
              <a:t>23127360</a:t>
            </a:r>
            <a:endParaRPr lang="en-US" sz="800" dirty="0"/>
          </a:p>
        </p:txBody>
      </p:sp>
      <p:sp>
        <p:nvSpPr>
          <p:cNvPr id="46" name="Shape 41"/>
          <p:cNvSpPr/>
          <p:nvPr/>
        </p:nvSpPr>
        <p:spPr>
          <a:xfrm>
            <a:off x="3282696" y="5230368"/>
            <a:ext cx="2441448" cy="658368"/>
          </a:xfrm>
          <a:prstGeom prst="roundRect">
            <a:avLst>
              <a:gd name="adj" fmla="val 16667"/>
            </a:avLst>
          </a:prstGeom>
          <a:solidFill>
            <a:srgbClr val="163249"/>
          </a:solidFill>
          <a:ln w="12700">
            <a:solidFill>
              <a:srgbClr val="163249">
                <a:alpha val="0"/>
              </a:srgbClr>
            </a:solidFill>
            <a:prstDash val="solid"/>
          </a:ln>
        </p:spPr>
      </p:sp>
      <p:sp>
        <p:nvSpPr>
          <p:cNvPr id="47" name="Shape 42"/>
          <p:cNvSpPr/>
          <p:nvPr/>
        </p:nvSpPr>
        <p:spPr>
          <a:xfrm>
            <a:off x="3429000" y="5376672"/>
            <a:ext cx="329184" cy="329184"/>
          </a:xfrm>
          <a:prstGeom prst="ellipse">
            <a:avLst/>
          </a:prstGeom>
          <a:solidFill>
            <a:srgbClr val="1BB5A8"/>
          </a:solidFill>
          <a:ln w="12700">
            <a:solidFill>
              <a:srgbClr val="0B1F33">
                <a:alpha val="0"/>
              </a:srgbClr>
            </a:solidFill>
            <a:prstDash val="solid"/>
          </a:ln>
        </p:spPr>
      </p:sp>
      <p:sp>
        <p:nvSpPr>
          <p:cNvPr id="48" name="Text 43"/>
          <p:cNvSpPr/>
          <p:nvPr/>
        </p:nvSpPr>
        <p:spPr>
          <a:xfrm>
            <a:off x="3867912" y="5330952"/>
            <a:ext cx="1609344" cy="164592"/>
          </a:xfrm>
          <a:prstGeom prst="rect">
            <a:avLst/>
          </a:prstGeom>
          <a:noFill/>
        </p:spPr>
        <p:txBody>
          <a:bodyPr wrap="square" lIns="0" tIns="0" rIns="0" bIns="0" rtlCol="0" anchor="ctr"/>
          <a:lstStyle/>
          <a:p>
            <a:pPr marL="0" indent="0">
              <a:buNone/>
            </a:pPr>
            <a:r>
              <a:rPr lang="en-US" sz="960" b="1" dirty="0">
                <a:solidFill>
                  <a:srgbClr val="FFFFFF"/>
                </a:solidFill>
                <a:latin typeface="Arial" panose="020B0604020202020204" pitchFamily="34" charset="0"/>
                <a:ea typeface="Arial" panose="020B0604020202020204" pitchFamily="34" charset="0"/>
                <a:cs typeface="Arial" panose="020B0604020202020204" pitchFamily="34" charset="0"/>
              </a:rPr>
              <a:t>Bùi Thế Anh</a:t>
            </a:r>
            <a:endParaRPr lang="en-US" sz="960" dirty="0"/>
          </a:p>
        </p:txBody>
      </p:sp>
      <p:sp>
        <p:nvSpPr>
          <p:cNvPr id="49" name="Text 44"/>
          <p:cNvSpPr/>
          <p:nvPr/>
        </p:nvSpPr>
        <p:spPr>
          <a:xfrm>
            <a:off x="3867912" y="5559552"/>
            <a:ext cx="1371600" cy="146304"/>
          </a:xfrm>
          <a:prstGeom prst="rect">
            <a:avLst/>
          </a:prstGeom>
          <a:noFill/>
        </p:spPr>
        <p:txBody>
          <a:bodyPr wrap="square" lIns="0" tIns="0" rIns="0" bIns="0" rtlCol="0" anchor="ctr"/>
          <a:lstStyle/>
          <a:p>
            <a:pPr marL="0" indent="0">
              <a:buNone/>
            </a:pPr>
            <a:r>
              <a:rPr lang="en-US" sz="800" dirty="0">
                <a:solidFill>
                  <a:srgbClr val="AFC1CF"/>
                </a:solidFill>
                <a:latin typeface="Arial" panose="020B0604020202020204" pitchFamily="34" charset="0"/>
                <a:ea typeface="Arial" panose="020B0604020202020204" pitchFamily="34" charset="0"/>
                <a:cs typeface="Arial" panose="020B0604020202020204" pitchFamily="34" charset="0"/>
              </a:rPr>
              <a:t>23127021</a:t>
            </a:r>
            <a:endParaRPr lang="en-US" sz="800" dirty="0"/>
          </a:p>
        </p:txBody>
      </p:sp>
      <p:sp>
        <p:nvSpPr>
          <p:cNvPr id="50" name="Shape 45"/>
          <p:cNvSpPr/>
          <p:nvPr/>
        </p:nvSpPr>
        <p:spPr>
          <a:xfrm>
            <a:off x="5952744" y="5230368"/>
            <a:ext cx="2441448" cy="658368"/>
          </a:xfrm>
          <a:prstGeom prst="roundRect">
            <a:avLst>
              <a:gd name="adj" fmla="val 16667"/>
            </a:avLst>
          </a:prstGeom>
          <a:solidFill>
            <a:srgbClr val="163249"/>
          </a:solidFill>
          <a:ln w="12700">
            <a:solidFill>
              <a:srgbClr val="163249">
                <a:alpha val="0"/>
              </a:srgbClr>
            </a:solidFill>
            <a:prstDash val="solid"/>
          </a:ln>
        </p:spPr>
      </p:sp>
      <p:sp>
        <p:nvSpPr>
          <p:cNvPr id="51" name="Shape 46"/>
          <p:cNvSpPr/>
          <p:nvPr/>
        </p:nvSpPr>
        <p:spPr>
          <a:xfrm>
            <a:off x="6099048" y="5376672"/>
            <a:ext cx="329184" cy="329184"/>
          </a:xfrm>
          <a:prstGeom prst="ellipse">
            <a:avLst/>
          </a:prstGeom>
          <a:solidFill>
            <a:srgbClr val="62B4FF"/>
          </a:solidFill>
          <a:ln w="12700">
            <a:solidFill>
              <a:srgbClr val="0B1F33">
                <a:alpha val="0"/>
              </a:srgbClr>
            </a:solidFill>
            <a:prstDash val="solid"/>
          </a:ln>
        </p:spPr>
      </p:sp>
      <p:sp>
        <p:nvSpPr>
          <p:cNvPr id="52" name="Text 47"/>
          <p:cNvSpPr/>
          <p:nvPr/>
        </p:nvSpPr>
        <p:spPr>
          <a:xfrm>
            <a:off x="6537960" y="5330952"/>
            <a:ext cx="1609344" cy="164592"/>
          </a:xfrm>
          <a:prstGeom prst="rect">
            <a:avLst/>
          </a:prstGeom>
          <a:noFill/>
        </p:spPr>
        <p:txBody>
          <a:bodyPr wrap="square" lIns="0" tIns="0" rIns="0" bIns="0" rtlCol="0" anchor="ctr"/>
          <a:lstStyle/>
          <a:p>
            <a:pPr marL="0" indent="0">
              <a:buNone/>
            </a:pPr>
            <a:r>
              <a:rPr lang="en-US" sz="960" b="1" dirty="0">
                <a:solidFill>
                  <a:srgbClr val="FFFFFF"/>
                </a:solidFill>
                <a:latin typeface="Arial" panose="020B0604020202020204" pitchFamily="34" charset="0"/>
                <a:ea typeface="Arial" panose="020B0604020202020204" pitchFamily="34" charset="0"/>
                <a:cs typeface="Arial" panose="020B0604020202020204" pitchFamily="34" charset="0"/>
              </a:rPr>
              <a:t>Đặng Nhật Minh</a:t>
            </a:r>
            <a:endParaRPr lang="en-US" sz="960" dirty="0"/>
          </a:p>
        </p:txBody>
      </p:sp>
      <p:sp>
        <p:nvSpPr>
          <p:cNvPr id="53" name="Text 48"/>
          <p:cNvSpPr/>
          <p:nvPr/>
        </p:nvSpPr>
        <p:spPr>
          <a:xfrm>
            <a:off x="6537960" y="5559552"/>
            <a:ext cx="1371600" cy="146304"/>
          </a:xfrm>
          <a:prstGeom prst="rect">
            <a:avLst/>
          </a:prstGeom>
          <a:noFill/>
        </p:spPr>
        <p:txBody>
          <a:bodyPr wrap="square" lIns="0" tIns="0" rIns="0" bIns="0" rtlCol="0" anchor="ctr"/>
          <a:lstStyle/>
          <a:p>
            <a:pPr marL="0" indent="0">
              <a:buNone/>
            </a:pPr>
            <a:r>
              <a:rPr lang="en-US" sz="800" dirty="0">
                <a:solidFill>
                  <a:srgbClr val="AFC1CF"/>
                </a:solidFill>
                <a:latin typeface="Arial" panose="020B0604020202020204" pitchFamily="34" charset="0"/>
                <a:ea typeface="Arial" panose="020B0604020202020204" pitchFamily="34" charset="0"/>
                <a:cs typeface="Arial" panose="020B0604020202020204" pitchFamily="34" charset="0"/>
              </a:rPr>
              <a:t>24127077</a:t>
            </a:r>
            <a:endParaRPr lang="en-US" sz="800" dirty="0"/>
          </a:p>
        </p:txBody>
      </p:sp>
      <p:sp>
        <p:nvSpPr>
          <p:cNvPr id="54" name="Shape 49"/>
          <p:cNvSpPr/>
          <p:nvPr/>
        </p:nvSpPr>
        <p:spPr>
          <a:xfrm>
            <a:off x="8622792" y="5230368"/>
            <a:ext cx="2441448" cy="658368"/>
          </a:xfrm>
          <a:prstGeom prst="roundRect">
            <a:avLst>
              <a:gd name="adj" fmla="val 16667"/>
            </a:avLst>
          </a:prstGeom>
          <a:solidFill>
            <a:srgbClr val="163249"/>
          </a:solidFill>
          <a:ln w="12700">
            <a:solidFill>
              <a:srgbClr val="163249">
                <a:alpha val="0"/>
              </a:srgbClr>
            </a:solidFill>
            <a:prstDash val="solid"/>
          </a:ln>
        </p:spPr>
      </p:sp>
      <p:sp>
        <p:nvSpPr>
          <p:cNvPr id="55" name="Shape 50"/>
          <p:cNvSpPr/>
          <p:nvPr/>
        </p:nvSpPr>
        <p:spPr>
          <a:xfrm>
            <a:off x="8769096" y="5376672"/>
            <a:ext cx="329184" cy="329184"/>
          </a:xfrm>
          <a:prstGeom prst="ellipse">
            <a:avLst/>
          </a:prstGeom>
          <a:solidFill>
            <a:srgbClr val="F1C75B"/>
          </a:solidFill>
          <a:ln w="12700">
            <a:solidFill>
              <a:srgbClr val="0B1F33">
                <a:alpha val="0"/>
              </a:srgbClr>
            </a:solidFill>
            <a:prstDash val="solid"/>
          </a:ln>
        </p:spPr>
      </p:sp>
      <p:sp>
        <p:nvSpPr>
          <p:cNvPr id="56" name="Text 51"/>
          <p:cNvSpPr/>
          <p:nvPr/>
        </p:nvSpPr>
        <p:spPr>
          <a:xfrm>
            <a:off x="9208008" y="5330952"/>
            <a:ext cx="1609344" cy="164592"/>
          </a:xfrm>
          <a:prstGeom prst="rect">
            <a:avLst/>
          </a:prstGeom>
          <a:noFill/>
        </p:spPr>
        <p:txBody>
          <a:bodyPr wrap="square" lIns="0" tIns="0" rIns="0" bIns="0" rtlCol="0" anchor="ctr"/>
          <a:lstStyle/>
          <a:p>
            <a:pPr marL="0" indent="0">
              <a:buNone/>
            </a:pPr>
            <a:r>
              <a:rPr lang="en-US" sz="960" b="1" dirty="0">
                <a:solidFill>
                  <a:srgbClr val="FFFFFF"/>
                </a:solidFill>
                <a:latin typeface="Arial" panose="020B0604020202020204" pitchFamily="34" charset="0"/>
                <a:ea typeface="Arial" panose="020B0604020202020204" pitchFamily="34" charset="0"/>
                <a:cs typeface="Arial" panose="020B0604020202020204" pitchFamily="34" charset="0"/>
              </a:rPr>
              <a:t>Nguyễn Hoài Đức</a:t>
            </a:r>
            <a:endParaRPr lang="en-US" sz="960" dirty="0"/>
          </a:p>
        </p:txBody>
      </p:sp>
      <p:sp>
        <p:nvSpPr>
          <p:cNvPr id="57" name="Text 52"/>
          <p:cNvSpPr/>
          <p:nvPr/>
        </p:nvSpPr>
        <p:spPr>
          <a:xfrm>
            <a:off x="9208008" y="5559552"/>
            <a:ext cx="1371600" cy="146304"/>
          </a:xfrm>
          <a:prstGeom prst="rect">
            <a:avLst/>
          </a:prstGeom>
          <a:noFill/>
        </p:spPr>
        <p:txBody>
          <a:bodyPr wrap="square" lIns="0" tIns="0" rIns="0" bIns="0" rtlCol="0" anchor="ctr"/>
          <a:lstStyle/>
          <a:p>
            <a:pPr marL="0" indent="0">
              <a:buNone/>
            </a:pPr>
            <a:r>
              <a:rPr lang="en-US" sz="800" dirty="0">
                <a:solidFill>
                  <a:srgbClr val="AFC1CF"/>
                </a:solidFill>
                <a:latin typeface="Arial" panose="020B0604020202020204" pitchFamily="34" charset="0"/>
                <a:ea typeface="Arial" panose="020B0604020202020204" pitchFamily="34" charset="0"/>
                <a:cs typeface="Arial" panose="020B0604020202020204" pitchFamily="34" charset="0"/>
              </a:rPr>
              <a:t>24127344</a:t>
            </a:r>
            <a:endParaRPr lang="en-US" sz="800" dirty="0"/>
          </a:p>
        </p:txBody>
      </p:sp>
      <p:sp>
        <p:nvSpPr>
          <p:cNvPr id="58" name="Text 53"/>
          <p:cNvSpPr/>
          <p:nvPr/>
        </p:nvSpPr>
        <p:spPr>
          <a:xfrm>
            <a:off x="612648" y="6245352"/>
            <a:ext cx="4297680" cy="164592"/>
          </a:xfrm>
          <a:prstGeom prst="rect">
            <a:avLst/>
          </a:prstGeom>
          <a:noFill/>
        </p:spPr>
        <p:txBody>
          <a:bodyPr wrap="square" lIns="0" tIns="0" rIns="0" bIns="0" rtlCol="0" anchor="ctr"/>
          <a:lstStyle/>
          <a:p>
            <a:pPr marL="0" indent="0">
              <a:buNone/>
            </a:pPr>
            <a:r>
              <a:rPr lang="en-US" sz="800" dirty="0">
                <a:solidFill>
                  <a:srgbClr val="8BA0B1"/>
                </a:solidFill>
                <a:latin typeface="Arial" panose="020B0604020202020204" pitchFamily="34" charset="0"/>
                <a:ea typeface="Arial" panose="020B0604020202020204" pitchFamily="34" charset="0"/>
                <a:cs typeface="Arial" panose="020B0604020202020204" pitchFamily="34" charset="0"/>
              </a:rPr>
              <a:t>Software Engineering • Project Assignment 5</a:t>
            </a:r>
            <a:endParaRPr lang="en-US" sz="800" dirty="0"/>
          </a:p>
        </p:txBody>
      </p:sp>
      <p:sp>
        <p:nvSpPr>
          <p:cNvPr id="59" name="Text 54"/>
          <p:cNvSpPr/>
          <p:nvPr/>
        </p:nvSpPr>
        <p:spPr>
          <a:xfrm>
            <a:off x="10424160" y="6236208"/>
            <a:ext cx="914400" cy="164592"/>
          </a:xfrm>
          <a:prstGeom prst="rect">
            <a:avLst/>
          </a:prstGeom>
          <a:noFill/>
        </p:spPr>
        <p:txBody>
          <a:bodyPr wrap="square" lIns="0" tIns="0" rIns="0" bIns="0" rtlCol="0" anchor="ctr"/>
          <a:lstStyle/>
          <a:p>
            <a:pPr marL="0" indent="0" algn="r">
              <a:buNone/>
            </a:pPr>
            <a:r>
              <a:rPr lang="en-US" sz="800" b="1" dirty="0">
                <a:solidFill>
                  <a:srgbClr val="8BA0B1"/>
                </a:solidFill>
                <a:latin typeface="Arial" panose="020B0604020202020204" pitchFamily="34" charset="0"/>
                <a:ea typeface="Arial" panose="020B0604020202020204" pitchFamily="34" charset="0"/>
                <a:cs typeface="Arial" panose="020B0604020202020204" pitchFamily="34" charset="0"/>
              </a:rPr>
              <a:t>WANDORA</a:t>
            </a:r>
            <a:endParaRPr lang="en-US" sz="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66928" y="411480"/>
            <a:ext cx="3931920" cy="201168"/>
          </a:xfrm>
          <a:prstGeom prst="rect">
            <a:avLst/>
          </a:prstGeom>
          <a:noFill/>
        </p:spPr>
        <p:txBody>
          <a:bodyPr wrap="square" lIns="0" tIns="0" rIns="0" bIns="0" rtlCol="0" anchor="ctr"/>
          <a:lstStyle/>
          <a:p>
            <a:pPr marL="0" indent="0">
              <a:buNone/>
            </a:pPr>
            <a:r>
              <a:rPr lang="en-US" sz="1000" b="1" kern="0" spc="110" dirty="0">
                <a:solidFill>
                  <a:srgbClr val="FF6B3D"/>
                </a:solidFill>
                <a:latin typeface="Arial" panose="020B0604020202020204" pitchFamily="34" charset="0"/>
                <a:ea typeface="Arial" panose="020B0604020202020204" pitchFamily="34" charset="0"/>
                <a:cs typeface="Arial" panose="020B0604020202020204" pitchFamily="34" charset="0"/>
              </a:rPr>
              <a:t>VISION</a:t>
            </a:r>
            <a:endParaRPr lang="en-US" sz="1000" dirty="0"/>
          </a:p>
        </p:txBody>
      </p:sp>
      <p:sp>
        <p:nvSpPr>
          <p:cNvPr id="3" name="Text 1"/>
          <p:cNvSpPr/>
          <p:nvPr/>
        </p:nvSpPr>
        <p:spPr>
          <a:xfrm>
            <a:off x="566928" y="713232"/>
            <a:ext cx="10835640" cy="548640"/>
          </a:xfrm>
          <a:prstGeom prst="rect">
            <a:avLst/>
          </a:prstGeom>
          <a:noFill/>
        </p:spPr>
        <p:txBody>
          <a:bodyPr wrap="square" lIns="0" tIns="0" rIns="0" bIns="0" rtlCol="0" anchor="ctr"/>
          <a:lstStyle/>
          <a:p>
            <a:pPr marL="0" indent="0">
              <a:buNone/>
            </a:pPr>
            <a:r>
              <a:rPr lang="en-US" sz="2700" b="1" dirty="0">
                <a:solidFill>
                  <a:srgbClr val="12212F"/>
                </a:solidFill>
                <a:latin typeface="Arial" panose="020B0604020202020204" pitchFamily="34" charset="0"/>
                <a:ea typeface="Arial" panose="020B0604020202020204" pitchFamily="34" charset="0"/>
                <a:cs typeface="Arial" panose="020B0604020202020204" pitchFamily="34" charset="0"/>
              </a:rPr>
              <a:t>Problem Statement</a:t>
            </a:r>
            <a:endParaRPr lang="en-US" sz="2700" dirty="0"/>
          </a:p>
        </p:txBody>
      </p:sp>
      <p:sp>
        <p:nvSpPr>
          <p:cNvPr id="46" name="Text 37"/>
          <p:cNvSpPr/>
          <p:nvPr/>
        </p:nvSpPr>
        <p:spPr>
          <a:xfrm>
            <a:off x="7498080" y="6419088"/>
            <a:ext cx="3657600" cy="164592"/>
          </a:xfrm>
          <a:prstGeom prst="rect">
            <a:avLst/>
          </a:prstGeom>
          <a:noFill/>
        </p:spPr>
        <p:txBody>
          <a:bodyPr wrap="square" lIns="0" tIns="0" rIns="0" bIns="0" rtlCol="0" anchor="ctr"/>
          <a:lstStyle/>
          <a:p>
            <a:pPr marL="0" indent="0" algn="r">
              <a:buNone/>
            </a:pPr>
            <a:r>
              <a:rPr lang="en-US" sz="720" dirty="0">
                <a:solidFill>
                  <a:srgbClr val="82909D"/>
                </a:solidFill>
                <a:latin typeface="Arial" panose="020B0604020202020204" pitchFamily="34" charset="0"/>
                <a:ea typeface="Arial" panose="020B0604020202020204" pitchFamily="34" charset="0"/>
                <a:cs typeface="Arial" panose="020B0604020202020204" pitchFamily="34" charset="0"/>
              </a:rPr>
              <a:t>Source: Vision Document v1.1</a:t>
            </a:r>
            <a:endParaRPr lang="en-US" sz="720" dirty="0"/>
          </a:p>
        </p:txBody>
      </p:sp>
      <p:sp>
        <p:nvSpPr>
          <p:cNvPr id="47" name="Slide Number Placeholder 0"/>
          <p:cNvSpPr>
            <a:spLocks noGrp="1"/>
          </p:cNvSpPr>
          <p:nvPr>
            <p:ph type="sldNum" sz="quarter" idx="4294967295"/>
          </p:nvPr>
        </p:nvSpPr>
        <p:spPr>
          <a:xfrm>
            <a:off x="11384280" y="6409944"/>
            <a:ext cx="347472" cy="164592"/>
          </a:xfrm>
          <a:prstGeom prst="rect">
            <a:avLst/>
          </a:prstGeom>
        </p:spPr>
        <p:txBody>
          <a:bodyPr lIns="0" tIns="0" rIns="0" bIns="0"/>
          <a:lstStyle>
            <a:lvl1pPr>
              <a:defRPr sz="750">
                <a:solidFill>
                  <a:srgbClr val="687584"/>
                </a:solidFill>
                <a:latin typeface="Noto Sans"/>
                <a:ea typeface="Noto Sans"/>
                <a:cs typeface="Noto Sans"/>
              </a:defRPr>
            </a:lvl1pPr>
          </a:lstStyle>
          <a:p>
            <a:pPr algn="r"/>
            <a:fld id="{F7021451-1387-4CA6-816F-3879F97B5CBC}" type="slidenum">
              <a:rPr lang="en-US" b="0"/>
            </a:fld>
            <a:endParaRPr lang="en-US"/>
          </a:p>
        </p:txBody>
      </p:sp>
      <p:sp>
        <p:nvSpPr>
          <p:cNvPr id="49" name="Text Box 48"/>
          <p:cNvSpPr txBox="1"/>
          <p:nvPr/>
        </p:nvSpPr>
        <p:spPr>
          <a:xfrm>
            <a:off x="476250" y="1435100"/>
            <a:ext cx="8096885" cy="1616710"/>
          </a:xfrm>
          <a:prstGeom prst="rect">
            <a:avLst/>
          </a:prstGeom>
          <a:noFill/>
        </p:spPr>
        <p:txBody>
          <a:bodyPr wrap="square" rtlCol="0">
            <a:noAutofit/>
          </a:bodyPr>
          <a:p>
            <a:pPr marL="0" indent="0">
              <a:buNone/>
            </a:pPr>
            <a:r>
              <a:rPr lang="en-US" altLang="en-US" sz="2000" dirty="0">
                <a:sym typeface="+mn-ea"/>
              </a:rPr>
              <a:t>Travelers often need to use multiple separate tools for a single trip:</a:t>
            </a:r>
            <a:endParaRPr lang="en-US" altLang="en-US" sz="2000" dirty="0">
              <a:sym typeface="+mn-ea"/>
            </a:endParaRPr>
          </a:p>
          <a:p>
            <a:pPr marL="285750" indent="-285750">
              <a:buFont typeface="Arial" panose="020B0604020202020204" pitchFamily="34" charset="0"/>
              <a:buChar char="•"/>
            </a:pPr>
            <a:r>
              <a:rPr lang="en-US" altLang="en-US" dirty="0">
                <a:sym typeface="+mn-ea"/>
              </a:rPr>
              <a:t>Chat applications for discussion and coordination</a:t>
            </a:r>
            <a:endParaRPr lang="en-US" altLang="en-US" dirty="0"/>
          </a:p>
          <a:p>
            <a:pPr marL="285750" indent="-285750">
              <a:buFont typeface="Arial" panose="020B0604020202020204" pitchFamily="34" charset="0"/>
              <a:buChar char="•"/>
            </a:pPr>
            <a:r>
              <a:rPr lang="en-US" altLang="en-US" dirty="0">
                <a:sym typeface="+mn-ea"/>
              </a:rPr>
              <a:t>Maps for searching locations and navigation</a:t>
            </a:r>
            <a:endParaRPr lang="en-US" altLang="en-US" dirty="0"/>
          </a:p>
          <a:p>
            <a:pPr marL="285750" indent="-285750">
              <a:buFont typeface="Arial" panose="020B0604020202020204" pitchFamily="34" charset="0"/>
              <a:buChar char="•"/>
            </a:pPr>
            <a:r>
              <a:rPr lang="en-US" altLang="en-US" dirty="0">
                <a:sym typeface="+mn-ea"/>
              </a:rPr>
              <a:t>Spreadsheets for shared information and expenses</a:t>
            </a:r>
            <a:endParaRPr lang="en-US" altLang="en-US" dirty="0"/>
          </a:p>
          <a:p>
            <a:pPr marL="285750" indent="-285750">
              <a:buFont typeface="Arial" panose="020B0604020202020204" pitchFamily="34" charset="0"/>
              <a:buChar char="•"/>
            </a:pPr>
            <a:r>
              <a:rPr lang="en-US" altLang="en-US" dirty="0">
                <a:sym typeface="+mn-ea"/>
              </a:rPr>
              <a:t>Notes for storing itinerary details</a:t>
            </a:r>
            <a:endParaRPr lang="en-US" altLang="en-US" dirty="0"/>
          </a:p>
          <a:p>
            <a:pPr marL="0" indent="0">
              <a:buNone/>
            </a:pPr>
            <a:endParaRPr lang="en-US" altLang="en-US" dirty="0"/>
          </a:p>
          <a:p>
            <a:endParaRPr lang="en-US"/>
          </a:p>
        </p:txBody>
      </p:sp>
      <p:sp>
        <p:nvSpPr>
          <p:cNvPr id="50" name="Text Box 49"/>
          <p:cNvSpPr txBox="1"/>
          <p:nvPr/>
        </p:nvSpPr>
        <p:spPr>
          <a:xfrm>
            <a:off x="516255" y="3136900"/>
            <a:ext cx="8096885" cy="1616710"/>
          </a:xfrm>
          <a:prstGeom prst="rect">
            <a:avLst/>
          </a:prstGeom>
          <a:noFill/>
        </p:spPr>
        <p:txBody>
          <a:bodyPr wrap="square" rtlCol="0">
            <a:noAutofit/>
          </a:bodyPr>
          <a:p>
            <a:r>
              <a:rPr lang="en-US" altLang="en-US" sz="2000"/>
              <a:t>As information is distributed across different applications, the planning process becomes:</a:t>
            </a:r>
            <a:endParaRPr lang="en-US" altLang="en-US" sz="2000"/>
          </a:p>
          <a:p>
            <a:pPr marL="285750" indent="-285750">
              <a:buFont typeface="Arial" panose="020B0604020202020204" pitchFamily="34" charset="0"/>
              <a:buChar char="•"/>
            </a:pPr>
            <a:r>
              <a:rPr lang="en-US" altLang="en-US"/>
              <a:t>Time-consuming</a:t>
            </a:r>
            <a:endParaRPr lang="en-US" altLang="en-US"/>
          </a:p>
          <a:p>
            <a:pPr marL="285750" indent="-285750">
              <a:buFont typeface="Arial" panose="020B0604020202020204" pitchFamily="34" charset="0"/>
              <a:buChar char="•"/>
            </a:pPr>
            <a:r>
              <a:rPr lang="en-US" altLang="en-US"/>
              <a:t>Difficult to coordinate</a:t>
            </a:r>
            <a:endParaRPr lang="en-US" altLang="en-US"/>
          </a:p>
          <a:p>
            <a:pPr marL="285750" indent="-285750">
              <a:buFont typeface="Arial" panose="020B0604020202020204" pitchFamily="34" charset="0"/>
              <a:buChar char="•"/>
            </a:pPr>
            <a:r>
              <a:rPr lang="en-US" altLang="en-US"/>
              <a:t>Prone to confusion and conflicts</a:t>
            </a:r>
            <a:endParaRPr lang="en-US" altLang="en-US"/>
          </a:p>
          <a:p>
            <a:pPr marL="285750" indent="-285750">
              <a:buFont typeface="Arial" panose="020B0604020202020204" pitchFamily="34" charset="0"/>
              <a:buChar char="•"/>
            </a:pPr>
            <a:r>
              <a:rPr lang="en-US" altLang="en-US"/>
              <a:t>Hard to keep track of updates</a:t>
            </a:r>
            <a:endParaRPr lang="en-US" altLang="en-US"/>
          </a:p>
        </p:txBody>
      </p:sp>
      <p:sp>
        <p:nvSpPr>
          <p:cNvPr id="51" name="Text Box 50"/>
          <p:cNvSpPr txBox="1"/>
          <p:nvPr/>
        </p:nvSpPr>
        <p:spPr>
          <a:xfrm>
            <a:off x="516255" y="5297170"/>
            <a:ext cx="8096885" cy="1122045"/>
          </a:xfrm>
          <a:prstGeom prst="rect">
            <a:avLst/>
          </a:prstGeom>
          <a:noFill/>
        </p:spPr>
        <p:txBody>
          <a:bodyPr wrap="square" rtlCol="0">
            <a:noAutofit/>
          </a:bodyPr>
          <a:p>
            <a:r>
              <a:rPr lang="en-US" altLang="en-US" b="1"/>
              <a:t>-&gt; The problem is not the lack of travel tools, but the lack of one connected workspace for the whole group.</a:t>
            </a:r>
            <a:endParaRPr lang="en-US" altLang="en-US" b="1"/>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66928" y="411480"/>
            <a:ext cx="3931920" cy="201168"/>
          </a:xfrm>
          <a:prstGeom prst="rect">
            <a:avLst/>
          </a:prstGeom>
          <a:noFill/>
        </p:spPr>
        <p:txBody>
          <a:bodyPr wrap="square" lIns="0" tIns="0" rIns="0" bIns="0" rtlCol="0" anchor="ctr"/>
          <a:lstStyle/>
          <a:p>
            <a:pPr marL="0" indent="0">
              <a:buNone/>
            </a:pPr>
            <a:r>
              <a:rPr lang="en-US" sz="1000" b="1" kern="0" spc="110" dirty="0">
                <a:solidFill>
                  <a:srgbClr val="FF6B3D"/>
                </a:solidFill>
                <a:latin typeface="Arial" panose="020B0604020202020204" pitchFamily="34" charset="0"/>
                <a:ea typeface="Arial" panose="020B0604020202020204" pitchFamily="34" charset="0"/>
                <a:cs typeface="Arial" panose="020B0604020202020204" pitchFamily="34" charset="0"/>
              </a:rPr>
              <a:t>POSITIONING</a:t>
            </a:r>
            <a:endParaRPr lang="en-US" sz="1000" dirty="0"/>
          </a:p>
        </p:txBody>
      </p:sp>
      <p:sp>
        <p:nvSpPr>
          <p:cNvPr id="3" name="Text 1"/>
          <p:cNvSpPr/>
          <p:nvPr/>
        </p:nvSpPr>
        <p:spPr>
          <a:xfrm>
            <a:off x="566928" y="713232"/>
            <a:ext cx="10835640" cy="548640"/>
          </a:xfrm>
          <a:prstGeom prst="rect">
            <a:avLst/>
          </a:prstGeom>
          <a:noFill/>
        </p:spPr>
        <p:txBody>
          <a:bodyPr wrap="square" lIns="0" tIns="0" rIns="0" bIns="0" rtlCol="0" anchor="ctr"/>
          <a:lstStyle/>
          <a:p>
            <a:pPr marL="0" indent="0">
              <a:buNone/>
            </a:pPr>
            <a:r>
              <a:rPr lang="en-US" sz="2700" b="1" dirty="0">
                <a:solidFill>
                  <a:srgbClr val="12212F"/>
                </a:solidFill>
                <a:latin typeface="Arial" panose="020B0604020202020204" pitchFamily="34" charset="0"/>
                <a:ea typeface="Arial" panose="020B0604020202020204" pitchFamily="34" charset="0"/>
                <a:cs typeface="Arial" panose="020B0604020202020204" pitchFamily="34" charset="0"/>
              </a:rPr>
              <a:t>Product Position Statement</a:t>
            </a:r>
            <a:endParaRPr lang="en-US" sz="2700" dirty="0"/>
          </a:p>
        </p:txBody>
      </p:sp>
      <p:sp>
        <p:nvSpPr>
          <p:cNvPr id="4" name="Text 2"/>
          <p:cNvSpPr/>
          <p:nvPr/>
        </p:nvSpPr>
        <p:spPr>
          <a:xfrm>
            <a:off x="566928" y="1316736"/>
            <a:ext cx="10515600" cy="420624"/>
          </a:xfrm>
          <a:prstGeom prst="rect">
            <a:avLst/>
          </a:prstGeom>
          <a:noFill/>
        </p:spPr>
        <p:txBody>
          <a:bodyPr wrap="square" lIns="0" tIns="0" rIns="0" bIns="0" rtlCol="0" anchor="ctr"/>
          <a:lstStyle/>
          <a:p>
            <a:pPr marL="0" indent="0">
              <a:buNone/>
            </a:pPr>
            <a:r>
              <a:rPr lang="en-US" sz="1300" dirty="0">
                <a:solidFill>
                  <a:srgbClr val="687584"/>
                </a:solidFill>
                <a:latin typeface="Arial" panose="020B0604020202020204" pitchFamily="34" charset="0"/>
                <a:ea typeface="Arial" panose="020B0604020202020204" pitchFamily="34" charset="0"/>
                <a:cs typeface="Arial" panose="020B0604020202020204" pitchFamily="34" charset="0"/>
              </a:rPr>
              <a:t>Wandora brings AI scheduling and group tools into one shared workspace.</a:t>
            </a:r>
            <a:endParaRPr lang="en-US" sz="1300" dirty="0"/>
          </a:p>
        </p:txBody>
      </p:sp>
      <p:sp>
        <p:nvSpPr>
          <p:cNvPr id="5" name="Shape 3"/>
          <p:cNvSpPr/>
          <p:nvPr/>
        </p:nvSpPr>
        <p:spPr>
          <a:xfrm>
            <a:off x="603504" y="1938528"/>
            <a:ext cx="3246120" cy="3858768"/>
          </a:xfrm>
          <a:prstGeom prst="roundRect">
            <a:avLst>
              <a:gd name="adj" fmla="val 4507"/>
            </a:avLst>
          </a:prstGeom>
          <a:solidFill>
            <a:srgbClr val="0B1F33"/>
          </a:solidFill>
          <a:ln w="12700">
            <a:solidFill>
              <a:srgbClr val="0B1F33">
                <a:alpha val="0"/>
              </a:srgbClr>
            </a:solidFill>
            <a:prstDash val="solid"/>
          </a:ln>
          <a:effectLst>
            <a:outerShdw blurRad="-2147483648" dist="-2147483648" dir="-1" algn="bl" rotWithShape="0">
              <a:srgbClr val="000000">
                <a:alpha val="-2147483647"/>
              </a:srgbClr>
            </a:outerShdw>
          </a:effectLst>
        </p:spPr>
      </p:sp>
      <p:sp>
        <p:nvSpPr>
          <p:cNvPr id="6" name="Shape 4"/>
          <p:cNvSpPr/>
          <p:nvPr/>
        </p:nvSpPr>
        <p:spPr>
          <a:xfrm>
            <a:off x="896112" y="2267712"/>
            <a:ext cx="1188720" cy="329184"/>
          </a:xfrm>
          <a:prstGeom prst="roundRect">
            <a:avLst>
              <a:gd name="adj" fmla="val 50000"/>
            </a:avLst>
          </a:prstGeom>
          <a:solidFill>
            <a:srgbClr val="163B55"/>
          </a:solidFill>
          <a:ln w="12700">
            <a:solidFill>
              <a:srgbClr val="163B55">
                <a:alpha val="0"/>
              </a:srgbClr>
            </a:solidFill>
            <a:prstDash val="solid"/>
          </a:ln>
        </p:spPr>
      </p:sp>
      <p:pic>
        <p:nvPicPr>
          <p:cNvPr id="7" name="Image 0" descr="preencoded.png"/>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005840" y="2350008"/>
            <a:ext cx="146304" cy="146304"/>
          </a:xfrm>
          <a:prstGeom prst="rect">
            <a:avLst/>
          </a:prstGeom>
        </p:spPr>
      </p:pic>
      <p:sp>
        <p:nvSpPr>
          <p:cNvPr id="8" name="Text 5"/>
          <p:cNvSpPr/>
          <p:nvPr/>
        </p:nvSpPr>
        <p:spPr>
          <a:xfrm>
            <a:off x="1197864" y="2340864"/>
            <a:ext cx="795528" cy="164592"/>
          </a:xfrm>
          <a:prstGeom prst="rect">
            <a:avLst/>
          </a:prstGeom>
          <a:noFill/>
        </p:spPr>
        <p:txBody>
          <a:bodyPr wrap="square" lIns="0" tIns="0" rIns="0" bIns="0" rtlCol="0" anchor="ctr"/>
          <a:lstStyle/>
          <a:p>
            <a:pPr marL="0" indent="0">
              <a:buNone/>
            </a:pPr>
            <a:r>
              <a:rPr lang="en-US" sz="940" b="1" dirty="0">
                <a:solidFill>
                  <a:srgbClr val="BFD3E2"/>
                </a:solidFill>
                <a:latin typeface="Arial" panose="020B0604020202020204" pitchFamily="34" charset="0"/>
                <a:ea typeface="Arial" panose="020B0604020202020204" pitchFamily="34" charset="0"/>
                <a:cs typeface="Arial" panose="020B0604020202020204" pitchFamily="34" charset="0"/>
              </a:rPr>
              <a:t>THE PRODUCT</a:t>
            </a:r>
            <a:endParaRPr lang="en-US" sz="940" dirty="0"/>
          </a:p>
        </p:txBody>
      </p:sp>
      <p:sp>
        <p:nvSpPr>
          <p:cNvPr id="9" name="Text 6"/>
          <p:cNvSpPr/>
          <p:nvPr/>
        </p:nvSpPr>
        <p:spPr>
          <a:xfrm>
            <a:off x="896112" y="2770632"/>
            <a:ext cx="2395728" cy="420624"/>
          </a:xfrm>
          <a:prstGeom prst="rect">
            <a:avLst/>
          </a:prstGeom>
          <a:noFill/>
        </p:spPr>
        <p:txBody>
          <a:bodyPr wrap="square" lIns="0" tIns="0" rIns="0" bIns="0" rtlCol="0" anchor="ctr"/>
          <a:lstStyle/>
          <a:p>
            <a:pPr marL="0" indent="0">
              <a:buNone/>
            </a:pPr>
            <a:r>
              <a:rPr lang="en-US" sz="2800" b="1" dirty="0">
                <a:solidFill>
                  <a:srgbClr val="FFFFFF"/>
                </a:solidFill>
                <a:latin typeface="Arial" panose="020B0604020202020204" pitchFamily="34" charset="0"/>
                <a:ea typeface="Arial" panose="020B0604020202020204" pitchFamily="34" charset="0"/>
                <a:cs typeface="Arial" panose="020B0604020202020204" pitchFamily="34" charset="0"/>
              </a:rPr>
              <a:t>WANDORA</a:t>
            </a:r>
            <a:endParaRPr lang="en-US" sz="2800" dirty="0"/>
          </a:p>
        </p:txBody>
      </p:sp>
      <p:sp>
        <p:nvSpPr>
          <p:cNvPr id="10" name="Text 7"/>
          <p:cNvSpPr/>
          <p:nvPr/>
        </p:nvSpPr>
        <p:spPr>
          <a:xfrm>
            <a:off x="896112" y="3346704"/>
            <a:ext cx="2331720" cy="804672"/>
          </a:xfrm>
          <a:prstGeom prst="rect">
            <a:avLst/>
          </a:prstGeom>
          <a:noFill/>
        </p:spPr>
        <p:txBody>
          <a:bodyPr wrap="square" lIns="0" tIns="0" rIns="0" bIns="0" rtlCol="0" anchor="ctr"/>
          <a:lstStyle/>
          <a:p>
            <a:pPr marL="0" indent="0">
              <a:buNone/>
            </a:pPr>
            <a:r>
              <a:rPr lang="en-US" sz="1500" dirty="0">
                <a:solidFill>
                  <a:srgbClr val="D2DFE8"/>
                </a:solidFill>
                <a:latin typeface="Arial" panose="020B0604020202020204" pitchFamily="34" charset="0"/>
                <a:ea typeface="Arial" panose="020B0604020202020204" pitchFamily="34" charset="0"/>
                <a:cs typeface="Arial" panose="020B0604020202020204" pitchFamily="34" charset="0"/>
              </a:rPr>
              <a:t>AI-assisted group trip planning &amp; management</a:t>
            </a:r>
            <a:endParaRPr lang="en-US" sz="1500" dirty="0"/>
          </a:p>
        </p:txBody>
      </p:sp>
      <p:sp>
        <p:nvSpPr>
          <p:cNvPr id="11" name="Shape 8"/>
          <p:cNvSpPr/>
          <p:nvPr/>
        </p:nvSpPr>
        <p:spPr>
          <a:xfrm>
            <a:off x="896112" y="4370832"/>
            <a:ext cx="2578608" cy="0"/>
          </a:xfrm>
          <a:prstGeom prst="line">
            <a:avLst/>
          </a:prstGeom>
          <a:noFill/>
          <a:ln w="12700">
            <a:solidFill>
              <a:srgbClr val="43637C"/>
            </a:solidFill>
            <a:prstDash val="solid"/>
          </a:ln>
        </p:spPr>
      </p:sp>
      <p:pic>
        <p:nvPicPr>
          <p:cNvPr id="12" name="Image 1" descr="preencoded.png"/>
          <p:cNvPicPr>
            <a:picLocks noChangeAspect="1"/>
          </p:cNvPicPr>
          <p:nvPr/>
        </p:nvPicPr>
        <p:blipFill>
          <a:blip r:embed="rId1">
            <a:extLst>
              <a:ext uri="{96DAC541-7B7A-43D3-8B79-37D633B846F1}">
                <asvg:svgBlip xmlns:asvg="http://schemas.microsoft.com/office/drawing/2016/SVG/main" r:embed="rId3"/>
              </a:ext>
            </a:extLst>
          </a:blip>
          <a:stretch>
            <a:fillRect/>
          </a:stretch>
        </p:blipFill>
        <p:spPr>
          <a:xfrm>
            <a:off x="914400" y="4700016"/>
            <a:ext cx="283464" cy="283464"/>
          </a:xfrm>
          <a:prstGeom prst="rect">
            <a:avLst/>
          </a:prstGeom>
        </p:spPr>
      </p:pic>
      <p:sp>
        <p:nvSpPr>
          <p:cNvPr id="13" name="Text 9"/>
          <p:cNvSpPr/>
          <p:nvPr/>
        </p:nvSpPr>
        <p:spPr>
          <a:xfrm>
            <a:off x="1316736" y="4727448"/>
            <a:ext cx="1965960" cy="164592"/>
          </a:xfrm>
          <a:prstGeom prst="rect">
            <a:avLst/>
          </a:prstGeom>
          <a:noFill/>
        </p:spPr>
        <p:txBody>
          <a:bodyPr wrap="square" lIns="0" tIns="0" rIns="0" bIns="0" rtlCol="0" anchor="ctr"/>
          <a:lstStyle/>
          <a:p>
            <a:pPr marL="0" indent="0">
              <a:buNone/>
            </a:pPr>
            <a:r>
              <a:rPr lang="en-US" sz="1080" b="1" dirty="0">
                <a:solidFill>
                  <a:srgbClr val="FFFFFF"/>
                </a:solidFill>
                <a:latin typeface="Arial" panose="020B0604020202020204" pitchFamily="34" charset="0"/>
                <a:ea typeface="Arial" panose="020B0604020202020204" pitchFamily="34" charset="0"/>
                <a:cs typeface="Arial" panose="020B0604020202020204" pitchFamily="34" charset="0"/>
              </a:rPr>
              <a:t>Smart itinerary creation</a:t>
            </a:r>
            <a:endParaRPr lang="en-US" sz="1080" dirty="0"/>
          </a:p>
        </p:txBody>
      </p:sp>
      <p:pic>
        <p:nvPicPr>
          <p:cNvPr id="14" name="Image 2" descr="preencoded.png"/>
          <p:cNvPicPr>
            <a:picLocks noChangeAspect="1"/>
          </p:cNvPicPr>
          <p:nvPr/>
        </p:nvPicPr>
        <p:blipFill>
          <a:blip r:embed="rId1">
            <a:extLst>
              <a:ext uri="{96DAC541-7B7A-43D3-8B79-37D633B846F1}">
                <asvg:svgBlip xmlns:asvg="http://schemas.microsoft.com/office/drawing/2016/SVG/main" r:embed="rId4"/>
              </a:ext>
            </a:extLst>
          </a:blip>
          <a:stretch>
            <a:fillRect/>
          </a:stretch>
        </p:blipFill>
        <p:spPr>
          <a:xfrm>
            <a:off x="914400" y="5111496"/>
            <a:ext cx="283464" cy="283464"/>
          </a:xfrm>
          <a:prstGeom prst="rect">
            <a:avLst/>
          </a:prstGeom>
        </p:spPr>
      </p:pic>
      <p:sp>
        <p:nvSpPr>
          <p:cNvPr id="15" name="Text 10"/>
          <p:cNvSpPr/>
          <p:nvPr/>
        </p:nvSpPr>
        <p:spPr>
          <a:xfrm>
            <a:off x="1316736" y="5138928"/>
            <a:ext cx="1965960" cy="164592"/>
          </a:xfrm>
          <a:prstGeom prst="rect">
            <a:avLst/>
          </a:prstGeom>
          <a:noFill/>
        </p:spPr>
        <p:txBody>
          <a:bodyPr wrap="square" lIns="0" tIns="0" rIns="0" bIns="0" rtlCol="0" anchor="ctr"/>
          <a:lstStyle/>
          <a:p>
            <a:pPr marL="0" indent="0">
              <a:buNone/>
            </a:pPr>
            <a:r>
              <a:rPr lang="en-US" sz="1080" b="1" dirty="0">
                <a:solidFill>
                  <a:srgbClr val="FFFFFF"/>
                </a:solidFill>
                <a:latin typeface="Arial" panose="020B0604020202020204" pitchFamily="34" charset="0"/>
                <a:ea typeface="Arial" panose="020B0604020202020204" pitchFamily="34" charset="0"/>
                <a:cs typeface="Arial" panose="020B0604020202020204" pitchFamily="34" charset="0"/>
              </a:rPr>
              <a:t>Luggage + group tools</a:t>
            </a:r>
            <a:endParaRPr lang="en-US" sz="1080" dirty="0"/>
          </a:p>
        </p:txBody>
      </p:sp>
      <p:sp>
        <p:nvSpPr>
          <p:cNvPr id="16" name="Shape 11"/>
          <p:cNvSpPr/>
          <p:nvPr/>
        </p:nvSpPr>
        <p:spPr>
          <a:xfrm>
            <a:off x="4187952" y="1975104"/>
            <a:ext cx="3456432" cy="1298448"/>
          </a:xfrm>
          <a:prstGeom prst="roundRect">
            <a:avLst>
              <a:gd name="adj" fmla="val 8451"/>
            </a:avLst>
          </a:prstGeom>
          <a:solidFill>
            <a:srgbClr val="FFFFFF"/>
          </a:solidFill>
          <a:ln w="12700">
            <a:solidFill>
              <a:srgbClr val="E3E8EB"/>
            </a:solidFill>
            <a:prstDash val="solid"/>
          </a:ln>
        </p:spPr>
      </p:sp>
      <p:sp>
        <p:nvSpPr>
          <p:cNvPr id="17" name="Shape 12"/>
          <p:cNvSpPr/>
          <p:nvPr/>
        </p:nvSpPr>
        <p:spPr>
          <a:xfrm>
            <a:off x="4389120" y="2167128"/>
            <a:ext cx="475488" cy="475488"/>
          </a:xfrm>
          <a:prstGeom prst="ellipse">
            <a:avLst/>
          </a:prstGeom>
          <a:solidFill>
            <a:srgbClr val="FFE9DE"/>
          </a:solidFill>
          <a:ln w="12700">
            <a:solidFill>
              <a:srgbClr val="FFE9DE"/>
            </a:solidFill>
            <a:prstDash val="solid"/>
          </a:ln>
        </p:spPr>
      </p:sp>
      <p:pic>
        <p:nvPicPr>
          <p:cNvPr id="18" name="Image 3" descr="preencoded.png"/>
          <p:cNvPicPr>
            <a:picLocks noChangeAspect="1"/>
          </p:cNvPicPr>
          <p:nvPr/>
        </p:nvPicPr>
        <p:blipFill>
          <a:blip r:embed="rId1">
            <a:extLst>
              <a:ext uri="{96DAC541-7B7A-43D3-8B79-37D633B846F1}">
                <asvg:svgBlip xmlns:asvg="http://schemas.microsoft.com/office/drawing/2016/SVG/main" r:embed="rId5"/>
              </a:ext>
            </a:extLst>
          </a:blip>
          <a:stretch>
            <a:fillRect/>
          </a:stretch>
        </p:blipFill>
        <p:spPr>
          <a:xfrm>
            <a:off x="4507992" y="2286000"/>
            <a:ext cx="237744" cy="237744"/>
          </a:xfrm>
          <a:prstGeom prst="rect">
            <a:avLst/>
          </a:prstGeom>
        </p:spPr>
      </p:pic>
      <p:sp>
        <p:nvSpPr>
          <p:cNvPr id="19" name="Text 13"/>
          <p:cNvSpPr/>
          <p:nvPr/>
        </p:nvSpPr>
        <p:spPr>
          <a:xfrm>
            <a:off x="5001768" y="2167128"/>
            <a:ext cx="2450592" cy="182880"/>
          </a:xfrm>
          <a:prstGeom prst="rect">
            <a:avLst/>
          </a:prstGeom>
          <a:noFill/>
        </p:spPr>
        <p:txBody>
          <a:bodyPr wrap="square" lIns="0" tIns="0" rIns="0" bIns="0" rtlCol="0" anchor="ctr"/>
          <a:lstStyle/>
          <a:p>
            <a:pPr marL="0" indent="0">
              <a:buNone/>
            </a:pPr>
            <a:r>
              <a:rPr lang="en-US" sz="920" b="1" kern="0" spc="80" dirty="0">
                <a:solidFill>
                  <a:srgbClr val="FF6B3D"/>
                </a:solidFill>
                <a:latin typeface="Arial" panose="020B0604020202020204" pitchFamily="34" charset="0"/>
                <a:ea typeface="Arial" panose="020B0604020202020204" pitchFamily="34" charset="0"/>
                <a:cs typeface="Arial" panose="020B0604020202020204" pitchFamily="34" charset="0"/>
              </a:rPr>
              <a:t>FOR</a:t>
            </a:r>
            <a:endParaRPr lang="en-US" sz="920" dirty="0"/>
          </a:p>
        </p:txBody>
      </p:sp>
      <p:sp>
        <p:nvSpPr>
          <p:cNvPr id="20" name="Text 14"/>
          <p:cNvSpPr/>
          <p:nvPr/>
        </p:nvSpPr>
        <p:spPr>
          <a:xfrm>
            <a:off x="5001768" y="2432304"/>
            <a:ext cx="2404872" cy="749808"/>
          </a:xfrm>
          <a:prstGeom prst="rect">
            <a:avLst/>
          </a:prstGeom>
          <a:noFill/>
        </p:spPr>
        <p:txBody>
          <a:bodyPr wrap="square" lIns="0" tIns="0" rIns="0" bIns="0" rtlCol="0" anchor="ctr">
            <a:normAutofit/>
          </a:bodyPr>
          <a:lstStyle/>
          <a:p>
            <a:pPr marL="0" indent="0">
              <a:buNone/>
            </a:pPr>
            <a:r>
              <a:rPr lang="en-US" sz="1220" b="1" dirty="0">
                <a:solidFill>
                  <a:srgbClr val="12212F"/>
                </a:solidFill>
                <a:latin typeface="Arial" panose="020B0604020202020204" pitchFamily="34" charset="0"/>
                <a:ea typeface="Arial" panose="020B0604020202020204" pitchFamily="34" charset="0"/>
                <a:cs typeface="Arial" panose="020B0604020202020204" pitchFamily="34" charset="0"/>
              </a:rPr>
              <a:t>People who frequently travel in groups</a:t>
            </a:r>
            <a:endParaRPr lang="en-US" sz="1220" dirty="0"/>
          </a:p>
        </p:txBody>
      </p:sp>
      <p:sp>
        <p:nvSpPr>
          <p:cNvPr id="21" name="Shape 15"/>
          <p:cNvSpPr/>
          <p:nvPr/>
        </p:nvSpPr>
        <p:spPr>
          <a:xfrm>
            <a:off x="7882128" y="1975104"/>
            <a:ext cx="3621024" cy="1298448"/>
          </a:xfrm>
          <a:prstGeom prst="roundRect">
            <a:avLst>
              <a:gd name="adj" fmla="val 8451"/>
            </a:avLst>
          </a:prstGeom>
          <a:solidFill>
            <a:srgbClr val="FFFFFF"/>
          </a:solidFill>
          <a:ln w="12700">
            <a:solidFill>
              <a:srgbClr val="E3E8EB"/>
            </a:solidFill>
            <a:prstDash val="solid"/>
          </a:ln>
        </p:spPr>
      </p:sp>
      <p:sp>
        <p:nvSpPr>
          <p:cNvPr id="22" name="Shape 16"/>
          <p:cNvSpPr/>
          <p:nvPr/>
        </p:nvSpPr>
        <p:spPr>
          <a:xfrm>
            <a:off x="8083296" y="2167128"/>
            <a:ext cx="475488" cy="475488"/>
          </a:xfrm>
          <a:prstGeom prst="ellipse">
            <a:avLst/>
          </a:prstGeom>
          <a:solidFill>
            <a:srgbClr val="DDF5F1"/>
          </a:solidFill>
          <a:ln w="12700">
            <a:solidFill>
              <a:srgbClr val="DDF5F1"/>
            </a:solidFill>
            <a:prstDash val="solid"/>
          </a:ln>
        </p:spPr>
      </p:sp>
      <p:pic>
        <p:nvPicPr>
          <p:cNvPr id="23" name="Image 4" descr="preencoded.png"/>
          <p:cNvPicPr>
            <a:picLocks noChangeAspect="1"/>
          </p:cNvPicPr>
          <p:nvPr/>
        </p:nvPicPr>
        <p:blipFill>
          <a:blip r:embed="rId1">
            <a:extLst>
              <a:ext uri="{96DAC541-7B7A-43D3-8B79-37D633B846F1}">
                <asvg:svgBlip xmlns:asvg="http://schemas.microsoft.com/office/drawing/2016/SVG/main" r:embed="rId6"/>
              </a:ext>
            </a:extLst>
          </a:blip>
          <a:stretch>
            <a:fillRect/>
          </a:stretch>
        </p:blipFill>
        <p:spPr>
          <a:xfrm>
            <a:off x="8202168" y="2286000"/>
            <a:ext cx="237744" cy="237744"/>
          </a:xfrm>
          <a:prstGeom prst="rect">
            <a:avLst/>
          </a:prstGeom>
        </p:spPr>
      </p:pic>
      <p:sp>
        <p:nvSpPr>
          <p:cNvPr id="24" name="Text 17"/>
          <p:cNvSpPr/>
          <p:nvPr/>
        </p:nvSpPr>
        <p:spPr>
          <a:xfrm>
            <a:off x="8695944" y="2167128"/>
            <a:ext cx="2615184" cy="182880"/>
          </a:xfrm>
          <a:prstGeom prst="rect">
            <a:avLst/>
          </a:prstGeom>
          <a:noFill/>
        </p:spPr>
        <p:txBody>
          <a:bodyPr wrap="square" lIns="0" tIns="0" rIns="0" bIns="0" rtlCol="0" anchor="ctr"/>
          <a:lstStyle/>
          <a:p>
            <a:pPr marL="0" indent="0">
              <a:buNone/>
            </a:pPr>
            <a:r>
              <a:rPr lang="en-US" sz="920" b="1" kern="0" spc="80" dirty="0">
                <a:solidFill>
                  <a:srgbClr val="1BB5A8"/>
                </a:solidFill>
                <a:latin typeface="Arial" panose="020B0604020202020204" pitchFamily="34" charset="0"/>
                <a:ea typeface="Arial" panose="020B0604020202020204" pitchFamily="34" charset="0"/>
                <a:cs typeface="Arial" panose="020B0604020202020204" pitchFamily="34" charset="0"/>
              </a:rPr>
              <a:t>WHO</a:t>
            </a:r>
            <a:endParaRPr lang="en-US" sz="920" dirty="0"/>
          </a:p>
        </p:txBody>
      </p:sp>
      <p:sp>
        <p:nvSpPr>
          <p:cNvPr id="25" name="Text 18"/>
          <p:cNvSpPr/>
          <p:nvPr/>
        </p:nvSpPr>
        <p:spPr>
          <a:xfrm>
            <a:off x="8695944" y="2432304"/>
            <a:ext cx="2569464" cy="749808"/>
          </a:xfrm>
          <a:prstGeom prst="rect">
            <a:avLst/>
          </a:prstGeom>
          <a:noFill/>
        </p:spPr>
        <p:txBody>
          <a:bodyPr wrap="square" lIns="0" tIns="0" rIns="0" bIns="0" rtlCol="0" anchor="ctr">
            <a:normAutofit/>
          </a:bodyPr>
          <a:lstStyle/>
          <a:p>
            <a:pPr marL="0" indent="0">
              <a:buNone/>
            </a:pPr>
            <a:r>
              <a:rPr lang="en-US" sz="1220" b="1" dirty="0">
                <a:solidFill>
                  <a:srgbClr val="12212F"/>
                </a:solidFill>
                <a:latin typeface="Arial" panose="020B0604020202020204" pitchFamily="34" charset="0"/>
                <a:ea typeface="Arial" panose="020B0604020202020204" pitchFamily="34" charset="0"/>
                <a:cs typeface="Arial" panose="020B0604020202020204" pitchFamily="34" charset="0"/>
              </a:rPr>
              <a:t>Need efficient, clear coordination and scheduling</a:t>
            </a:r>
            <a:endParaRPr lang="en-US" sz="1220" dirty="0"/>
          </a:p>
        </p:txBody>
      </p:sp>
      <p:sp>
        <p:nvSpPr>
          <p:cNvPr id="26" name="Shape 19"/>
          <p:cNvSpPr/>
          <p:nvPr/>
        </p:nvSpPr>
        <p:spPr>
          <a:xfrm>
            <a:off x="4187952" y="3511296"/>
            <a:ext cx="3456432" cy="1572768"/>
          </a:xfrm>
          <a:prstGeom prst="roundRect">
            <a:avLst>
              <a:gd name="adj" fmla="val 6977"/>
            </a:avLst>
          </a:prstGeom>
          <a:solidFill>
            <a:srgbClr val="FFFFFF"/>
          </a:solidFill>
          <a:ln w="12700">
            <a:solidFill>
              <a:srgbClr val="E3E8EB"/>
            </a:solidFill>
            <a:prstDash val="solid"/>
          </a:ln>
        </p:spPr>
      </p:sp>
      <p:sp>
        <p:nvSpPr>
          <p:cNvPr id="27" name="Shape 20"/>
          <p:cNvSpPr/>
          <p:nvPr/>
        </p:nvSpPr>
        <p:spPr>
          <a:xfrm>
            <a:off x="4389120" y="3703320"/>
            <a:ext cx="475488" cy="475488"/>
          </a:xfrm>
          <a:prstGeom prst="ellipse">
            <a:avLst/>
          </a:prstGeom>
          <a:solidFill>
            <a:srgbClr val="E5F2FF"/>
          </a:solidFill>
          <a:ln w="12700">
            <a:solidFill>
              <a:srgbClr val="E5F2FF"/>
            </a:solidFill>
            <a:prstDash val="solid"/>
          </a:ln>
        </p:spPr>
      </p:sp>
      <p:pic>
        <p:nvPicPr>
          <p:cNvPr id="28" name="Image 5" descr="preencoded.png"/>
          <p:cNvPicPr>
            <a:picLocks noChangeAspect="1"/>
          </p:cNvPicPr>
          <p:nvPr/>
        </p:nvPicPr>
        <p:blipFill>
          <a:blip r:embed="rId1">
            <a:extLst>
              <a:ext uri="{96DAC541-7B7A-43D3-8B79-37D633B846F1}">
                <asvg:svgBlip xmlns:asvg="http://schemas.microsoft.com/office/drawing/2016/SVG/main" r:embed="rId7"/>
              </a:ext>
            </a:extLst>
          </a:blip>
          <a:stretch>
            <a:fillRect/>
          </a:stretch>
        </p:blipFill>
        <p:spPr>
          <a:xfrm>
            <a:off x="4507992" y="3822192"/>
            <a:ext cx="237744" cy="237744"/>
          </a:xfrm>
          <a:prstGeom prst="rect">
            <a:avLst/>
          </a:prstGeom>
        </p:spPr>
      </p:pic>
      <p:sp>
        <p:nvSpPr>
          <p:cNvPr id="29" name="Text 21"/>
          <p:cNvSpPr/>
          <p:nvPr/>
        </p:nvSpPr>
        <p:spPr>
          <a:xfrm>
            <a:off x="5001768" y="3703320"/>
            <a:ext cx="2450592" cy="182880"/>
          </a:xfrm>
          <a:prstGeom prst="rect">
            <a:avLst/>
          </a:prstGeom>
          <a:noFill/>
        </p:spPr>
        <p:txBody>
          <a:bodyPr wrap="square" lIns="0" tIns="0" rIns="0" bIns="0" rtlCol="0" anchor="ctr"/>
          <a:lstStyle/>
          <a:p>
            <a:pPr marL="0" indent="0">
              <a:buNone/>
            </a:pPr>
            <a:r>
              <a:rPr lang="en-US" sz="920" b="1" kern="0" spc="80" dirty="0">
                <a:solidFill>
                  <a:srgbClr val="62B4FF"/>
                </a:solidFill>
                <a:latin typeface="Arial" panose="020B0604020202020204" pitchFamily="34" charset="0"/>
                <a:ea typeface="Arial" panose="020B0604020202020204" pitchFamily="34" charset="0"/>
                <a:cs typeface="Arial" panose="020B0604020202020204" pitchFamily="34" charset="0"/>
              </a:rPr>
              <a:t>THAT</a:t>
            </a:r>
            <a:endParaRPr lang="en-US" sz="920" dirty="0"/>
          </a:p>
        </p:txBody>
      </p:sp>
      <p:sp>
        <p:nvSpPr>
          <p:cNvPr id="30" name="Text 22"/>
          <p:cNvSpPr/>
          <p:nvPr/>
        </p:nvSpPr>
        <p:spPr>
          <a:xfrm>
            <a:off x="5001768" y="3968496"/>
            <a:ext cx="2404872" cy="1024128"/>
          </a:xfrm>
          <a:prstGeom prst="rect">
            <a:avLst/>
          </a:prstGeom>
          <a:noFill/>
        </p:spPr>
        <p:txBody>
          <a:bodyPr wrap="square" lIns="0" tIns="0" rIns="0" bIns="0" rtlCol="0" anchor="ctr">
            <a:normAutofit/>
          </a:bodyPr>
          <a:lstStyle/>
          <a:p>
            <a:pPr marL="0" indent="0">
              <a:buNone/>
            </a:pPr>
            <a:r>
              <a:rPr lang="en-US" sz="1220" b="1" dirty="0">
                <a:solidFill>
                  <a:srgbClr val="12212F"/>
                </a:solidFill>
                <a:latin typeface="Arial" panose="020B0604020202020204" pitchFamily="34" charset="0"/>
                <a:ea typeface="Arial" panose="020B0604020202020204" pitchFamily="34" charset="0"/>
                <a:cs typeface="Arial" panose="020B0604020202020204" pitchFamily="34" charset="0"/>
              </a:rPr>
              <a:t>Automates AI itinerary creation, luggage management, and expense sharing</a:t>
            </a:r>
            <a:endParaRPr lang="en-US" sz="1220" dirty="0"/>
          </a:p>
        </p:txBody>
      </p:sp>
      <p:sp>
        <p:nvSpPr>
          <p:cNvPr id="31" name="Shape 23"/>
          <p:cNvSpPr/>
          <p:nvPr/>
        </p:nvSpPr>
        <p:spPr>
          <a:xfrm>
            <a:off x="7882128" y="3511296"/>
            <a:ext cx="3621024" cy="1572768"/>
          </a:xfrm>
          <a:prstGeom prst="roundRect">
            <a:avLst>
              <a:gd name="adj" fmla="val 6977"/>
            </a:avLst>
          </a:prstGeom>
          <a:solidFill>
            <a:srgbClr val="FFFFFF"/>
          </a:solidFill>
          <a:ln w="12700">
            <a:solidFill>
              <a:srgbClr val="E3E8EB"/>
            </a:solidFill>
            <a:prstDash val="solid"/>
          </a:ln>
        </p:spPr>
      </p:sp>
      <p:sp>
        <p:nvSpPr>
          <p:cNvPr id="32" name="Shape 24"/>
          <p:cNvSpPr/>
          <p:nvPr/>
        </p:nvSpPr>
        <p:spPr>
          <a:xfrm>
            <a:off x="8083296" y="3703320"/>
            <a:ext cx="475488" cy="475488"/>
          </a:xfrm>
          <a:prstGeom prst="ellipse">
            <a:avLst/>
          </a:prstGeom>
          <a:solidFill>
            <a:srgbClr val="FFE9DE"/>
          </a:solidFill>
          <a:ln w="12700">
            <a:solidFill>
              <a:srgbClr val="FFE9DE"/>
            </a:solidFill>
            <a:prstDash val="solid"/>
          </a:ln>
        </p:spPr>
      </p:sp>
      <p:pic>
        <p:nvPicPr>
          <p:cNvPr id="33" name="Image 6" descr="preencoded.png"/>
          <p:cNvPicPr>
            <a:picLocks noChangeAspect="1"/>
          </p:cNvPicPr>
          <p:nvPr/>
        </p:nvPicPr>
        <p:blipFill>
          <a:blip r:embed="rId1">
            <a:extLst>
              <a:ext uri="{96DAC541-7B7A-43D3-8B79-37D633B846F1}">
                <asvg:svgBlip xmlns:asvg="http://schemas.microsoft.com/office/drawing/2016/SVG/main" r:embed="rId8"/>
              </a:ext>
            </a:extLst>
          </a:blip>
          <a:stretch>
            <a:fillRect/>
          </a:stretch>
        </p:blipFill>
        <p:spPr>
          <a:xfrm>
            <a:off x="8202168" y="3822192"/>
            <a:ext cx="237744" cy="237744"/>
          </a:xfrm>
          <a:prstGeom prst="rect">
            <a:avLst/>
          </a:prstGeom>
        </p:spPr>
      </p:pic>
      <p:sp>
        <p:nvSpPr>
          <p:cNvPr id="34" name="Text 25"/>
          <p:cNvSpPr/>
          <p:nvPr/>
        </p:nvSpPr>
        <p:spPr>
          <a:xfrm>
            <a:off x="8695944" y="3703320"/>
            <a:ext cx="2615184" cy="182880"/>
          </a:xfrm>
          <a:prstGeom prst="rect">
            <a:avLst/>
          </a:prstGeom>
          <a:noFill/>
        </p:spPr>
        <p:txBody>
          <a:bodyPr wrap="square" lIns="0" tIns="0" rIns="0" bIns="0" rtlCol="0" anchor="ctr"/>
          <a:lstStyle/>
          <a:p>
            <a:pPr marL="0" indent="0">
              <a:buNone/>
            </a:pPr>
            <a:r>
              <a:rPr lang="en-US" sz="920" b="1" kern="0" spc="80" dirty="0">
                <a:solidFill>
                  <a:srgbClr val="FF6B3D"/>
                </a:solidFill>
                <a:latin typeface="Arial" panose="020B0604020202020204" pitchFamily="34" charset="0"/>
                <a:ea typeface="Arial" panose="020B0604020202020204" pitchFamily="34" charset="0"/>
                <a:cs typeface="Arial" panose="020B0604020202020204" pitchFamily="34" charset="0"/>
              </a:rPr>
              <a:t>UNLIKE</a:t>
            </a:r>
            <a:endParaRPr lang="en-US" sz="920" dirty="0"/>
          </a:p>
        </p:txBody>
      </p:sp>
      <p:sp>
        <p:nvSpPr>
          <p:cNvPr id="35" name="Text 26"/>
          <p:cNvSpPr/>
          <p:nvPr/>
        </p:nvSpPr>
        <p:spPr>
          <a:xfrm>
            <a:off x="8695944" y="3968496"/>
            <a:ext cx="2569464" cy="1024128"/>
          </a:xfrm>
          <a:prstGeom prst="rect">
            <a:avLst/>
          </a:prstGeom>
          <a:noFill/>
        </p:spPr>
        <p:txBody>
          <a:bodyPr wrap="square" lIns="0" tIns="0" rIns="0" bIns="0" rtlCol="0" anchor="ctr">
            <a:normAutofit/>
          </a:bodyPr>
          <a:lstStyle/>
          <a:p>
            <a:pPr marL="0" indent="0">
              <a:buNone/>
            </a:pPr>
            <a:r>
              <a:rPr lang="en-US" sz="1220" b="1" dirty="0">
                <a:solidFill>
                  <a:srgbClr val="12212F"/>
                </a:solidFill>
                <a:latin typeface="Arial" panose="020B0604020202020204" pitchFamily="34" charset="0"/>
                <a:ea typeface="Arial" panose="020B0604020202020204" pitchFamily="34" charset="0"/>
                <a:cs typeface="Arial" panose="020B0604020202020204" pitchFamily="34" charset="0"/>
              </a:rPr>
              <a:t>Fragmented notes, spreadsheets, and chat applications</a:t>
            </a:r>
            <a:endParaRPr lang="en-US" sz="1220" dirty="0"/>
          </a:p>
        </p:txBody>
      </p:sp>
      <p:sp>
        <p:nvSpPr>
          <p:cNvPr id="36" name="Shape 27"/>
          <p:cNvSpPr/>
          <p:nvPr/>
        </p:nvSpPr>
        <p:spPr>
          <a:xfrm>
            <a:off x="4187952" y="5321808"/>
            <a:ext cx="7315200" cy="676656"/>
          </a:xfrm>
          <a:prstGeom prst="roundRect">
            <a:avLst>
              <a:gd name="adj" fmla="val 16216"/>
            </a:avLst>
          </a:prstGeom>
          <a:solidFill>
            <a:srgbClr val="FFFFFF"/>
          </a:solidFill>
          <a:ln w="12700">
            <a:solidFill>
              <a:srgbClr val="E3E8EB"/>
            </a:solidFill>
            <a:prstDash val="solid"/>
          </a:ln>
        </p:spPr>
      </p:sp>
      <p:sp>
        <p:nvSpPr>
          <p:cNvPr id="37" name="Shape 28"/>
          <p:cNvSpPr/>
          <p:nvPr/>
        </p:nvSpPr>
        <p:spPr>
          <a:xfrm>
            <a:off x="4389120" y="5513832"/>
            <a:ext cx="475488" cy="475488"/>
          </a:xfrm>
          <a:prstGeom prst="ellipse">
            <a:avLst/>
          </a:prstGeom>
          <a:solidFill>
            <a:srgbClr val="DDF5F1"/>
          </a:solidFill>
          <a:ln w="12700">
            <a:solidFill>
              <a:srgbClr val="DDF5F1"/>
            </a:solidFill>
            <a:prstDash val="solid"/>
          </a:ln>
        </p:spPr>
      </p:sp>
      <p:pic>
        <p:nvPicPr>
          <p:cNvPr id="38" name="Image 7" descr="preencoded.png"/>
          <p:cNvPicPr>
            <a:picLocks noChangeAspect="1"/>
          </p:cNvPicPr>
          <p:nvPr/>
        </p:nvPicPr>
        <p:blipFill>
          <a:blip r:embed="rId1">
            <a:extLst>
              <a:ext uri="{96DAC541-7B7A-43D3-8B79-37D633B846F1}">
                <asvg:svgBlip xmlns:asvg="http://schemas.microsoft.com/office/drawing/2016/SVG/main" r:embed="rId9"/>
              </a:ext>
            </a:extLst>
          </a:blip>
          <a:stretch>
            <a:fillRect/>
          </a:stretch>
        </p:blipFill>
        <p:spPr>
          <a:xfrm>
            <a:off x="4507992" y="5632704"/>
            <a:ext cx="237744" cy="237744"/>
          </a:xfrm>
          <a:prstGeom prst="rect">
            <a:avLst/>
          </a:prstGeom>
        </p:spPr>
      </p:pic>
      <p:sp>
        <p:nvSpPr>
          <p:cNvPr id="39" name="Text 29"/>
          <p:cNvSpPr/>
          <p:nvPr/>
        </p:nvSpPr>
        <p:spPr>
          <a:xfrm>
            <a:off x="5001768" y="5513832"/>
            <a:ext cx="6309360" cy="182880"/>
          </a:xfrm>
          <a:prstGeom prst="rect">
            <a:avLst/>
          </a:prstGeom>
          <a:noFill/>
        </p:spPr>
        <p:txBody>
          <a:bodyPr wrap="square" lIns="0" tIns="0" rIns="0" bIns="0" rtlCol="0" anchor="ctr"/>
          <a:lstStyle/>
          <a:p>
            <a:pPr marL="0" indent="0">
              <a:buNone/>
            </a:pPr>
            <a:r>
              <a:rPr lang="en-US" sz="920" b="1" kern="0" spc="80" dirty="0">
                <a:solidFill>
                  <a:srgbClr val="1BB5A8"/>
                </a:solidFill>
                <a:latin typeface="Arial" panose="020B0604020202020204" pitchFamily="34" charset="0"/>
                <a:ea typeface="Arial" panose="020B0604020202020204" pitchFamily="34" charset="0"/>
                <a:cs typeface="Arial" panose="020B0604020202020204" pitchFamily="34" charset="0"/>
              </a:rPr>
              <a:t>OUR PRODUCT</a:t>
            </a:r>
            <a:endParaRPr lang="en-US" sz="920" dirty="0"/>
          </a:p>
        </p:txBody>
      </p:sp>
      <p:sp>
        <p:nvSpPr>
          <p:cNvPr id="40" name="Text 30"/>
          <p:cNvSpPr/>
          <p:nvPr/>
        </p:nvSpPr>
        <p:spPr>
          <a:xfrm>
            <a:off x="5001768" y="5779008"/>
            <a:ext cx="6263640" cy="128016"/>
          </a:xfrm>
          <a:prstGeom prst="rect">
            <a:avLst/>
          </a:prstGeom>
          <a:noFill/>
        </p:spPr>
        <p:txBody>
          <a:bodyPr wrap="square" lIns="0" tIns="0" rIns="0" bIns="0" rtlCol="0" anchor="ctr">
            <a:normAutofit/>
          </a:bodyPr>
          <a:lstStyle/>
          <a:p>
            <a:pPr marL="0" indent="0">
              <a:buNone/>
            </a:pPr>
            <a:r>
              <a:rPr lang="en-US" sz="1300" b="1" dirty="0">
                <a:solidFill>
                  <a:srgbClr val="12212F"/>
                </a:solidFill>
                <a:latin typeface="Arial" panose="020B0604020202020204" pitchFamily="34" charset="0"/>
                <a:ea typeface="Arial" panose="020B0604020202020204" pitchFamily="34" charset="0"/>
                <a:cs typeface="Arial" panose="020B0604020202020204" pitchFamily="34" charset="0"/>
              </a:rPr>
              <a:t>Combines smart AI scheduling with practical collaboration tools</a:t>
            </a:r>
            <a:endParaRPr lang="en-US" sz="1300" dirty="0"/>
          </a:p>
        </p:txBody>
      </p:sp>
      <p:sp>
        <p:nvSpPr>
          <p:cNvPr id="41" name="Text 31"/>
          <p:cNvSpPr/>
          <p:nvPr/>
        </p:nvSpPr>
        <p:spPr>
          <a:xfrm>
            <a:off x="7498080" y="6419088"/>
            <a:ext cx="3657600" cy="164592"/>
          </a:xfrm>
          <a:prstGeom prst="rect">
            <a:avLst/>
          </a:prstGeom>
          <a:noFill/>
        </p:spPr>
        <p:txBody>
          <a:bodyPr wrap="square" lIns="0" tIns="0" rIns="0" bIns="0" rtlCol="0" anchor="ctr"/>
          <a:lstStyle/>
          <a:p>
            <a:pPr marL="0" indent="0" algn="r">
              <a:buNone/>
            </a:pPr>
            <a:r>
              <a:rPr lang="en-US" sz="720" dirty="0">
                <a:solidFill>
                  <a:srgbClr val="82909D"/>
                </a:solidFill>
                <a:latin typeface="Arial" panose="020B0604020202020204" pitchFamily="34" charset="0"/>
                <a:ea typeface="Arial" panose="020B0604020202020204" pitchFamily="34" charset="0"/>
                <a:cs typeface="Arial" panose="020B0604020202020204" pitchFamily="34" charset="0"/>
              </a:rPr>
              <a:t>Source: Vision Document v1.1</a:t>
            </a:r>
            <a:endParaRPr lang="en-US" sz="720" dirty="0"/>
          </a:p>
        </p:txBody>
      </p:sp>
      <p:sp>
        <p:nvSpPr>
          <p:cNvPr id="42" name="Slide Number Placeholder 0"/>
          <p:cNvSpPr>
            <a:spLocks noGrp="1"/>
          </p:cNvSpPr>
          <p:nvPr>
            <p:ph type="sldNum" sz="quarter" idx="4294967295"/>
          </p:nvPr>
        </p:nvSpPr>
        <p:spPr>
          <a:xfrm>
            <a:off x="11384280" y="6409944"/>
            <a:ext cx="347472" cy="164592"/>
          </a:xfrm>
          <a:prstGeom prst="rect">
            <a:avLst/>
          </a:prstGeom>
        </p:spPr>
        <p:txBody>
          <a:bodyPr lIns="0" tIns="0" rIns="0" bIns="0"/>
          <a:lstStyle>
            <a:lvl1pPr>
              <a:defRPr sz="750">
                <a:solidFill>
                  <a:srgbClr val="687584"/>
                </a:solidFill>
                <a:latin typeface="Noto Sans"/>
                <a:ea typeface="Noto Sans"/>
                <a:cs typeface="Noto Sans"/>
              </a:defRPr>
            </a:lvl1pPr>
          </a:lstStyle>
          <a:p>
            <a:pPr algn="r"/>
            <a:fld id="{F7021451-1387-4CA6-816F-3879F97B5CBC}" type="slidenum">
              <a:rPr lang="en-US" b="0"/>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66928" y="411480"/>
            <a:ext cx="3931920" cy="201168"/>
          </a:xfrm>
          <a:prstGeom prst="rect">
            <a:avLst/>
          </a:prstGeom>
          <a:noFill/>
        </p:spPr>
        <p:txBody>
          <a:bodyPr wrap="square" lIns="0" tIns="0" rIns="0" bIns="0" rtlCol="0" anchor="ctr"/>
          <a:lstStyle/>
          <a:p>
            <a:pPr marL="0" indent="0">
              <a:buNone/>
            </a:pPr>
            <a:r>
              <a:rPr lang="en-US" sz="1000" b="1" kern="0" spc="110" dirty="0">
                <a:solidFill>
                  <a:srgbClr val="FF6B3D"/>
                </a:solidFill>
                <a:latin typeface="Arial" panose="020B0604020202020204" pitchFamily="34" charset="0"/>
                <a:ea typeface="Arial" panose="020B0604020202020204" pitchFamily="34" charset="0"/>
                <a:cs typeface="Arial" panose="020B0604020202020204" pitchFamily="34" charset="0"/>
              </a:rPr>
              <a:t>USERS / MARKET</a:t>
            </a:r>
            <a:endParaRPr lang="en-US" sz="1000" dirty="0"/>
          </a:p>
        </p:txBody>
      </p:sp>
      <p:sp>
        <p:nvSpPr>
          <p:cNvPr id="3" name="Text 1"/>
          <p:cNvSpPr/>
          <p:nvPr/>
        </p:nvSpPr>
        <p:spPr>
          <a:xfrm>
            <a:off x="566928" y="713232"/>
            <a:ext cx="10835640" cy="548640"/>
          </a:xfrm>
          <a:prstGeom prst="rect">
            <a:avLst/>
          </a:prstGeom>
          <a:noFill/>
        </p:spPr>
        <p:txBody>
          <a:bodyPr wrap="square" lIns="0" tIns="0" rIns="0" bIns="0" rtlCol="0" anchor="ctr"/>
          <a:lstStyle/>
          <a:p>
            <a:pPr marL="0" indent="0">
              <a:buNone/>
            </a:pPr>
            <a:r>
              <a:rPr lang="en-US" sz="2700" b="1" dirty="0">
                <a:solidFill>
                  <a:srgbClr val="12212F"/>
                </a:solidFill>
                <a:latin typeface="Arial" panose="020B0604020202020204" pitchFamily="34" charset="0"/>
                <a:ea typeface="Arial" panose="020B0604020202020204" pitchFamily="34" charset="0"/>
                <a:cs typeface="Arial" panose="020B0604020202020204" pitchFamily="34" charset="0"/>
              </a:rPr>
              <a:t>Target Users &amp; Market</a:t>
            </a:r>
            <a:endParaRPr lang="en-US" sz="2700" dirty="0"/>
          </a:p>
        </p:txBody>
      </p:sp>
      <p:sp>
        <p:nvSpPr>
          <p:cNvPr id="4" name="Text 2"/>
          <p:cNvSpPr/>
          <p:nvPr/>
        </p:nvSpPr>
        <p:spPr>
          <a:xfrm>
            <a:off x="566928" y="1316736"/>
            <a:ext cx="10515600" cy="420624"/>
          </a:xfrm>
          <a:prstGeom prst="rect">
            <a:avLst/>
          </a:prstGeom>
          <a:noFill/>
        </p:spPr>
        <p:txBody>
          <a:bodyPr wrap="square" lIns="0" tIns="0" rIns="0" bIns="0" rtlCol="0" anchor="ctr"/>
          <a:lstStyle/>
          <a:p>
            <a:pPr marL="0" indent="0">
              <a:buNone/>
            </a:pPr>
            <a:r>
              <a:rPr lang="en-US" sz="1300" dirty="0">
                <a:solidFill>
                  <a:srgbClr val="687584"/>
                </a:solidFill>
                <a:latin typeface="Arial" panose="020B0604020202020204" pitchFamily="34" charset="0"/>
                <a:ea typeface="Arial" panose="020B0604020202020204" pitchFamily="34" charset="0"/>
                <a:cs typeface="Arial" panose="020B0604020202020204" pitchFamily="34" charset="0"/>
              </a:rPr>
              <a:t>Four user groups identified in the Vision document.</a:t>
            </a:r>
            <a:endParaRPr lang="en-US" sz="1300" dirty="0"/>
          </a:p>
        </p:txBody>
      </p:sp>
      <p:sp>
        <p:nvSpPr>
          <p:cNvPr id="5" name="Shape 3"/>
          <p:cNvSpPr/>
          <p:nvPr/>
        </p:nvSpPr>
        <p:spPr>
          <a:xfrm>
            <a:off x="612648" y="2029968"/>
            <a:ext cx="2331720" cy="3493008"/>
          </a:xfrm>
          <a:prstGeom prst="roundRect">
            <a:avLst>
              <a:gd name="adj" fmla="val 5490"/>
            </a:avLst>
          </a:prstGeom>
          <a:solidFill>
            <a:srgbClr val="FFFFFF"/>
          </a:solidFill>
          <a:ln w="12700">
            <a:solidFill>
              <a:srgbClr val="E2E7EA"/>
            </a:solidFill>
            <a:prstDash val="solid"/>
          </a:ln>
          <a:effectLst>
            <a:outerShdw blurRad="-2147483648" dist="-2147483648" dir="-1" algn="bl" rotWithShape="0">
              <a:srgbClr val="000000">
                <a:alpha val="-2147483647"/>
              </a:srgbClr>
            </a:outerShdw>
          </a:effectLst>
        </p:spPr>
      </p:sp>
      <p:sp>
        <p:nvSpPr>
          <p:cNvPr id="6" name="Shape 4"/>
          <p:cNvSpPr/>
          <p:nvPr/>
        </p:nvSpPr>
        <p:spPr>
          <a:xfrm>
            <a:off x="612648" y="2029968"/>
            <a:ext cx="2331720" cy="128016"/>
          </a:xfrm>
          <a:prstGeom prst="rect">
            <a:avLst/>
          </a:prstGeom>
          <a:solidFill>
            <a:srgbClr val="FF6B3D"/>
          </a:solidFill>
          <a:ln w="12700">
            <a:solidFill>
              <a:srgbClr val="FF6B3D"/>
            </a:solidFill>
            <a:prstDash val="solid"/>
          </a:ln>
        </p:spPr>
      </p:sp>
      <p:sp>
        <p:nvSpPr>
          <p:cNvPr id="7" name="Shape 5"/>
          <p:cNvSpPr/>
          <p:nvPr/>
        </p:nvSpPr>
        <p:spPr>
          <a:xfrm>
            <a:off x="813816" y="2395728"/>
            <a:ext cx="475488" cy="475488"/>
          </a:xfrm>
          <a:prstGeom prst="ellipse">
            <a:avLst/>
          </a:prstGeom>
          <a:solidFill>
            <a:srgbClr val="FFE9DE"/>
          </a:solidFill>
          <a:ln w="12700">
            <a:solidFill>
              <a:srgbClr val="FFE9DE"/>
            </a:solidFill>
            <a:prstDash val="solid"/>
          </a:ln>
        </p:spPr>
      </p:sp>
      <p:pic>
        <p:nvPicPr>
          <p:cNvPr id="8" name="Image 0" descr="preencoded.png"/>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932688" y="2514600"/>
            <a:ext cx="237744" cy="237744"/>
          </a:xfrm>
          <a:prstGeom prst="rect">
            <a:avLst/>
          </a:prstGeom>
        </p:spPr>
      </p:pic>
      <p:sp>
        <p:nvSpPr>
          <p:cNvPr id="9" name="Text 6"/>
          <p:cNvSpPr/>
          <p:nvPr/>
        </p:nvSpPr>
        <p:spPr>
          <a:xfrm>
            <a:off x="813816" y="3063240"/>
            <a:ext cx="1901952" cy="310896"/>
          </a:xfrm>
          <a:prstGeom prst="rect">
            <a:avLst/>
          </a:prstGeom>
          <a:noFill/>
        </p:spPr>
        <p:txBody>
          <a:bodyPr wrap="square" lIns="0" tIns="0" rIns="0" bIns="0" rtlCol="0" anchor="ctr"/>
          <a:lstStyle/>
          <a:p>
            <a:pPr marL="0" indent="0">
              <a:buNone/>
            </a:pPr>
            <a:r>
              <a:rPr lang="en-US" sz="1600" b="1" dirty="0">
                <a:solidFill>
                  <a:srgbClr val="12212F"/>
                </a:solidFill>
                <a:latin typeface="Arial" panose="020B0604020202020204" pitchFamily="34" charset="0"/>
                <a:ea typeface="Arial" panose="020B0604020202020204" pitchFamily="34" charset="0"/>
                <a:cs typeface="Arial" panose="020B0604020202020204" pitchFamily="34" charset="0"/>
              </a:rPr>
              <a:t>Students</a:t>
            </a:r>
            <a:endParaRPr lang="en-US" sz="1600" dirty="0"/>
          </a:p>
        </p:txBody>
      </p:sp>
      <p:sp>
        <p:nvSpPr>
          <p:cNvPr id="10" name="Text 7"/>
          <p:cNvSpPr/>
          <p:nvPr/>
        </p:nvSpPr>
        <p:spPr>
          <a:xfrm>
            <a:off x="813816" y="3502152"/>
            <a:ext cx="1901952" cy="402336"/>
          </a:xfrm>
          <a:prstGeom prst="rect">
            <a:avLst/>
          </a:prstGeom>
          <a:noFill/>
        </p:spPr>
        <p:txBody>
          <a:bodyPr wrap="square" lIns="0" tIns="0" rIns="0" bIns="0" rtlCol="0" anchor="ctr"/>
          <a:lstStyle/>
          <a:p>
            <a:pPr marL="0" indent="0">
              <a:buNone/>
            </a:pPr>
            <a:r>
              <a:rPr lang="en-US" sz="1040" b="1" dirty="0">
                <a:solidFill>
                  <a:srgbClr val="FF6B3D"/>
                </a:solidFill>
                <a:latin typeface="Arial" panose="020B0604020202020204" pitchFamily="34" charset="0"/>
                <a:ea typeface="Arial" panose="020B0604020202020204" pitchFamily="34" charset="0"/>
                <a:cs typeface="Arial" panose="020B0604020202020204" pitchFamily="34" charset="0"/>
              </a:rPr>
              <a:t>Budget-focused coordinators</a:t>
            </a:r>
            <a:endParaRPr lang="en-US" sz="1040" dirty="0"/>
          </a:p>
        </p:txBody>
      </p:sp>
      <p:sp>
        <p:nvSpPr>
          <p:cNvPr id="11" name="Shape 8"/>
          <p:cNvSpPr/>
          <p:nvPr/>
        </p:nvSpPr>
        <p:spPr>
          <a:xfrm>
            <a:off x="813816" y="4069080"/>
            <a:ext cx="1901952" cy="0"/>
          </a:xfrm>
          <a:prstGeom prst="line">
            <a:avLst/>
          </a:prstGeom>
          <a:noFill/>
          <a:ln w="12700">
            <a:solidFill>
              <a:srgbClr val="E3E8EB"/>
            </a:solidFill>
            <a:prstDash val="solid"/>
          </a:ln>
        </p:spPr>
      </p:sp>
      <p:sp>
        <p:nvSpPr>
          <p:cNvPr id="12" name="Text 9"/>
          <p:cNvSpPr/>
          <p:nvPr/>
        </p:nvSpPr>
        <p:spPr>
          <a:xfrm>
            <a:off x="813816" y="4370832"/>
            <a:ext cx="1901952" cy="822960"/>
          </a:xfrm>
          <a:prstGeom prst="rect">
            <a:avLst/>
          </a:prstGeom>
          <a:noFill/>
        </p:spPr>
        <p:txBody>
          <a:bodyPr wrap="square" lIns="0" tIns="0" rIns="0" bIns="0" rtlCol="0" anchor="ctr">
            <a:normAutofit/>
          </a:bodyPr>
          <a:lstStyle/>
          <a:p>
            <a:pPr marL="0" indent="0">
              <a:buNone/>
            </a:pPr>
            <a:r>
              <a:rPr lang="en-US" sz="1110" dirty="0">
                <a:solidFill>
                  <a:srgbClr val="687584"/>
                </a:solidFill>
                <a:latin typeface="Arial" panose="020B0604020202020204" pitchFamily="34" charset="0"/>
                <a:ea typeface="Arial" panose="020B0604020202020204" pitchFamily="34" charset="0"/>
                <a:cs typeface="Arial" panose="020B0604020202020204" pitchFamily="34" charset="0"/>
              </a:rPr>
              <a:t>Cost optimization • automatic money-splitting</a:t>
            </a:r>
            <a:endParaRPr lang="en-US" sz="1110" dirty="0"/>
          </a:p>
        </p:txBody>
      </p:sp>
      <p:sp>
        <p:nvSpPr>
          <p:cNvPr id="13" name="Shape 10"/>
          <p:cNvSpPr/>
          <p:nvPr/>
        </p:nvSpPr>
        <p:spPr>
          <a:xfrm>
            <a:off x="3493008" y="2029968"/>
            <a:ext cx="2331720" cy="3493008"/>
          </a:xfrm>
          <a:prstGeom prst="roundRect">
            <a:avLst>
              <a:gd name="adj" fmla="val 5490"/>
            </a:avLst>
          </a:prstGeom>
          <a:solidFill>
            <a:srgbClr val="FFFFFF"/>
          </a:solidFill>
          <a:ln w="12700">
            <a:solidFill>
              <a:srgbClr val="E2E7EA"/>
            </a:solidFill>
            <a:prstDash val="solid"/>
          </a:ln>
          <a:effectLst>
            <a:outerShdw blurRad="-2147483648" dist="-2147483648" dir="3" algn="bl" rotWithShape="0">
              <a:srgbClr val="000000">
                <a:alpha val="1"/>
              </a:srgbClr>
            </a:outerShdw>
          </a:effectLst>
        </p:spPr>
      </p:sp>
      <p:sp>
        <p:nvSpPr>
          <p:cNvPr id="14" name="Shape 11"/>
          <p:cNvSpPr/>
          <p:nvPr/>
        </p:nvSpPr>
        <p:spPr>
          <a:xfrm>
            <a:off x="3493008" y="2029968"/>
            <a:ext cx="2331720" cy="128016"/>
          </a:xfrm>
          <a:prstGeom prst="rect">
            <a:avLst/>
          </a:prstGeom>
          <a:solidFill>
            <a:srgbClr val="1BB5A8"/>
          </a:solidFill>
          <a:ln w="12700">
            <a:solidFill>
              <a:srgbClr val="1BB5A8"/>
            </a:solidFill>
            <a:prstDash val="solid"/>
          </a:ln>
        </p:spPr>
      </p:sp>
      <p:sp>
        <p:nvSpPr>
          <p:cNvPr id="15" name="Shape 12"/>
          <p:cNvSpPr/>
          <p:nvPr/>
        </p:nvSpPr>
        <p:spPr>
          <a:xfrm>
            <a:off x="3694176" y="2395728"/>
            <a:ext cx="475488" cy="475488"/>
          </a:xfrm>
          <a:prstGeom prst="ellipse">
            <a:avLst/>
          </a:prstGeom>
          <a:solidFill>
            <a:srgbClr val="DDF5F1"/>
          </a:solidFill>
          <a:ln w="12700">
            <a:solidFill>
              <a:srgbClr val="DDF5F1"/>
            </a:solidFill>
            <a:prstDash val="solid"/>
          </a:ln>
        </p:spPr>
      </p:sp>
      <p:pic>
        <p:nvPicPr>
          <p:cNvPr id="16" name="Image 1" descr="preencoded.png"/>
          <p:cNvPicPr>
            <a:picLocks noChangeAspect="1"/>
          </p:cNvPicPr>
          <p:nvPr/>
        </p:nvPicPr>
        <p:blipFill>
          <a:blip r:embed="rId1">
            <a:extLst>
              <a:ext uri="{96DAC541-7B7A-43D3-8B79-37D633B846F1}">
                <asvg:svgBlip xmlns:asvg="http://schemas.microsoft.com/office/drawing/2016/SVG/main" r:embed="rId3"/>
              </a:ext>
            </a:extLst>
          </a:blip>
          <a:stretch>
            <a:fillRect/>
          </a:stretch>
        </p:blipFill>
        <p:spPr>
          <a:xfrm>
            <a:off x="3813048" y="2514600"/>
            <a:ext cx="237744" cy="237744"/>
          </a:xfrm>
          <a:prstGeom prst="rect">
            <a:avLst/>
          </a:prstGeom>
        </p:spPr>
      </p:pic>
      <p:sp>
        <p:nvSpPr>
          <p:cNvPr id="17" name="Text 13"/>
          <p:cNvSpPr/>
          <p:nvPr/>
        </p:nvSpPr>
        <p:spPr>
          <a:xfrm>
            <a:off x="3694176" y="3063240"/>
            <a:ext cx="1901952" cy="310896"/>
          </a:xfrm>
          <a:prstGeom prst="rect">
            <a:avLst/>
          </a:prstGeom>
          <a:noFill/>
        </p:spPr>
        <p:txBody>
          <a:bodyPr wrap="square" lIns="0" tIns="0" rIns="0" bIns="0" rtlCol="0" anchor="ctr"/>
          <a:lstStyle/>
          <a:p>
            <a:pPr marL="0" indent="0">
              <a:buNone/>
            </a:pPr>
            <a:r>
              <a:rPr lang="en-US" sz="1600" b="1" dirty="0">
                <a:solidFill>
                  <a:srgbClr val="12212F"/>
                </a:solidFill>
                <a:latin typeface="Arial" panose="020B0604020202020204" pitchFamily="34" charset="0"/>
                <a:ea typeface="Arial" panose="020B0604020202020204" pitchFamily="34" charset="0"/>
                <a:cs typeface="Arial" panose="020B0604020202020204" pitchFamily="34" charset="0"/>
              </a:rPr>
              <a:t>Young Travelers</a:t>
            </a:r>
            <a:endParaRPr lang="en-US" sz="1600" dirty="0"/>
          </a:p>
        </p:txBody>
      </p:sp>
      <p:sp>
        <p:nvSpPr>
          <p:cNvPr id="18" name="Text 14"/>
          <p:cNvSpPr/>
          <p:nvPr/>
        </p:nvSpPr>
        <p:spPr>
          <a:xfrm>
            <a:off x="3694176" y="3502152"/>
            <a:ext cx="1901952" cy="402336"/>
          </a:xfrm>
          <a:prstGeom prst="rect">
            <a:avLst/>
          </a:prstGeom>
          <a:noFill/>
        </p:spPr>
        <p:txBody>
          <a:bodyPr wrap="square" lIns="0" tIns="0" rIns="0" bIns="0" rtlCol="0" anchor="ctr"/>
          <a:lstStyle/>
          <a:p>
            <a:pPr marL="0" indent="0">
              <a:buNone/>
            </a:pPr>
            <a:r>
              <a:rPr lang="en-US" sz="1040" b="1" dirty="0">
                <a:solidFill>
                  <a:srgbClr val="1BB5A8"/>
                </a:solidFill>
                <a:latin typeface="Arial" panose="020B0604020202020204" pitchFamily="34" charset="0"/>
                <a:ea typeface="Arial" panose="020B0604020202020204" pitchFamily="34" charset="0"/>
                <a:cs typeface="Arial" panose="020B0604020202020204" pitchFamily="34" charset="0"/>
              </a:rPr>
              <a:t>Convenience lovers</a:t>
            </a:r>
            <a:endParaRPr lang="en-US" sz="1040" dirty="0"/>
          </a:p>
        </p:txBody>
      </p:sp>
      <p:sp>
        <p:nvSpPr>
          <p:cNvPr id="19" name="Shape 15"/>
          <p:cNvSpPr/>
          <p:nvPr/>
        </p:nvSpPr>
        <p:spPr>
          <a:xfrm>
            <a:off x="3694176" y="4069080"/>
            <a:ext cx="1901952" cy="0"/>
          </a:xfrm>
          <a:prstGeom prst="line">
            <a:avLst/>
          </a:prstGeom>
          <a:noFill/>
          <a:ln w="12700">
            <a:solidFill>
              <a:srgbClr val="E3E8EB"/>
            </a:solidFill>
            <a:prstDash val="solid"/>
          </a:ln>
        </p:spPr>
      </p:sp>
      <p:sp>
        <p:nvSpPr>
          <p:cNvPr id="20" name="Text 16"/>
          <p:cNvSpPr/>
          <p:nvPr/>
        </p:nvSpPr>
        <p:spPr>
          <a:xfrm>
            <a:off x="3694176" y="4370832"/>
            <a:ext cx="1901952" cy="822960"/>
          </a:xfrm>
          <a:prstGeom prst="rect">
            <a:avLst/>
          </a:prstGeom>
          <a:noFill/>
        </p:spPr>
        <p:txBody>
          <a:bodyPr wrap="square" lIns="0" tIns="0" rIns="0" bIns="0" rtlCol="0" anchor="ctr">
            <a:normAutofit/>
          </a:bodyPr>
          <a:lstStyle/>
          <a:p>
            <a:pPr marL="0" indent="0">
              <a:buNone/>
            </a:pPr>
            <a:r>
              <a:rPr lang="en-US" sz="1110" dirty="0">
                <a:solidFill>
                  <a:srgbClr val="687584"/>
                </a:solidFill>
                <a:latin typeface="Arial" panose="020B0604020202020204" pitchFamily="34" charset="0"/>
                <a:ea typeface="Arial" panose="020B0604020202020204" pitchFamily="34" charset="0"/>
                <a:cs typeface="Arial" panose="020B0604020202020204" pitchFamily="34" charset="0"/>
              </a:rPr>
              <a:t>Speed • AI handles tedious preparation</a:t>
            </a:r>
            <a:endParaRPr lang="en-US" sz="1110" dirty="0"/>
          </a:p>
        </p:txBody>
      </p:sp>
      <p:sp>
        <p:nvSpPr>
          <p:cNvPr id="21" name="Shape 17"/>
          <p:cNvSpPr/>
          <p:nvPr/>
        </p:nvSpPr>
        <p:spPr>
          <a:xfrm>
            <a:off x="6373368" y="2029968"/>
            <a:ext cx="2331720" cy="3493008"/>
          </a:xfrm>
          <a:prstGeom prst="roundRect">
            <a:avLst>
              <a:gd name="adj" fmla="val 5490"/>
            </a:avLst>
          </a:prstGeom>
          <a:solidFill>
            <a:srgbClr val="FFFFFF"/>
          </a:solidFill>
          <a:ln w="12700">
            <a:solidFill>
              <a:srgbClr val="E2E7EA"/>
            </a:solidFill>
            <a:prstDash val="solid"/>
          </a:ln>
          <a:effectLst>
            <a:outerShdw blurRad="-2147483648" dist="-2147483648" dir="2" algn="bl" rotWithShape="0">
              <a:srgbClr val="000000">
                <a:alpha val="1"/>
              </a:srgbClr>
            </a:outerShdw>
          </a:effectLst>
        </p:spPr>
      </p:sp>
      <p:sp>
        <p:nvSpPr>
          <p:cNvPr id="22" name="Shape 18"/>
          <p:cNvSpPr/>
          <p:nvPr/>
        </p:nvSpPr>
        <p:spPr>
          <a:xfrm>
            <a:off x="6373368" y="2029968"/>
            <a:ext cx="2331720" cy="128016"/>
          </a:xfrm>
          <a:prstGeom prst="rect">
            <a:avLst/>
          </a:prstGeom>
          <a:solidFill>
            <a:srgbClr val="62B4FF"/>
          </a:solidFill>
          <a:ln w="12700">
            <a:solidFill>
              <a:srgbClr val="62B4FF"/>
            </a:solidFill>
            <a:prstDash val="solid"/>
          </a:ln>
        </p:spPr>
      </p:sp>
      <p:sp>
        <p:nvSpPr>
          <p:cNvPr id="23" name="Shape 19"/>
          <p:cNvSpPr/>
          <p:nvPr/>
        </p:nvSpPr>
        <p:spPr>
          <a:xfrm>
            <a:off x="6574536" y="2395728"/>
            <a:ext cx="475488" cy="475488"/>
          </a:xfrm>
          <a:prstGeom prst="ellipse">
            <a:avLst/>
          </a:prstGeom>
          <a:solidFill>
            <a:srgbClr val="E5F2FF"/>
          </a:solidFill>
          <a:ln w="12700">
            <a:solidFill>
              <a:srgbClr val="E5F2FF"/>
            </a:solidFill>
            <a:prstDash val="solid"/>
          </a:ln>
        </p:spPr>
      </p:sp>
      <p:pic>
        <p:nvPicPr>
          <p:cNvPr id="24" name="Image 2" descr="preencoded.png"/>
          <p:cNvPicPr>
            <a:picLocks noChangeAspect="1"/>
          </p:cNvPicPr>
          <p:nvPr/>
        </p:nvPicPr>
        <p:blipFill>
          <a:blip r:embed="rId1">
            <a:extLst>
              <a:ext uri="{96DAC541-7B7A-43D3-8B79-37D633B846F1}">
                <asvg:svgBlip xmlns:asvg="http://schemas.microsoft.com/office/drawing/2016/SVG/main" r:embed="rId4"/>
              </a:ext>
            </a:extLst>
          </a:blip>
          <a:stretch>
            <a:fillRect/>
          </a:stretch>
        </p:blipFill>
        <p:spPr>
          <a:xfrm>
            <a:off x="6693408" y="2514600"/>
            <a:ext cx="237744" cy="237744"/>
          </a:xfrm>
          <a:prstGeom prst="rect">
            <a:avLst/>
          </a:prstGeom>
        </p:spPr>
      </p:pic>
      <p:sp>
        <p:nvSpPr>
          <p:cNvPr id="25" name="Text 20"/>
          <p:cNvSpPr/>
          <p:nvPr/>
        </p:nvSpPr>
        <p:spPr>
          <a:xfrm>
            <a:off x="6574536" y="3063240"/>
            <a:ext cx="1901952" cy="310896"/>
          </a:xfrm>
          <a:prstGeom prst="rect">
            <a:avLst/>
          </a:prstGeom>
          <a:noFill/>
        </p:spPr>
        <p:txBody>
          <a:bodyPr wrap="square" lIns="0" tIns="0" rIns="0" bIns="0" rtlCol="0" anchor="ctr"/>
          <a:lstStyle/>
          <a:p>
            <a:pPr marL="0" indent="0">
              <a:buNone/>
            </a:pPr>
            <a:r>
              <a:rPr lang="en-US" sz="1600" b="1" dirty="0">
                <a:solidFill>
                  <a:srgbClr val="12212F"/>
                </a:solidFill>
                <a:latin typeface="Arial" panose="020B0604020202020204" pitchFamily="34" charset="0"/>
                <a:ea typeface="Arial" panose="020B0604020202020204" pitchFamily="34" charset="0"/>
                <a:cs typeface="Arial" panose="020B0604020202020204" pitchFamily="34" charset="0"/>
              </a:rPr>
              <a:t>Group Organizers</a:t>
            </a:r>
            <a:endParaRPr lang="en-US" sz="1600" dirty="0"/>
          </a:p>
        </p:txBody>
      </p:sp>
      <p:sp>
        <p:nvSpPr>
          <p:cNvPr id="26" name="Text 21"/>
          <p:cNvSpPr/>
          <p:nvPr/>
        </p:nvSpPr>
        <p:spPr>
          <a:xfrm>
            <a:off x="6574536" y="3502152"/>
            <a:ext cx="1901952" cy="402336"/>
          </a:xfrm>
          <a:prstGeom prst="rect">
            <a:avLst/>
          </a:prstGeom>
          <a:noFill/>
        </p:spPr>
        <p:txBody>
          <a:bodyPr wrap="square" lIns="0" tIns="0" rIns="0" bIns="0" rtlCol="0" anchor="ctr"/>
          <a:lstStyle/>
          <a:p>
            <a:pPr marL="0" indent="0">
              <a:buNone/>
            </a:pPr>
            <a:r>
              <a:rPr lang="en-US" sz="1040" b="1" dirty="0">
                <a:solidFill>
                  <a:srgbClr val="62B4FF"/>
                </a:solidFill>
                <a:latin typeface="Arial" panose="020B0604020202020204" pitchFamily="34" charset="0"/>
                <a:ea typeface="Arial" panose="020B0604020202020204" pitchFamily="34" charset="0"/>
                <a:cs typeface="Arial" panose="020B0604020202020204" pitchFamily="34" charset="0"/>
              </a:rPr>
              <a:t>Team leaders / coordinators</a:t>
            </a:r>
            <a:endParaRPr lang="en-US" sz="1040" dirty="0"/>
          </a:p>
        </p:txBody>
      </p:sp>
      <p:sp>
        <p:nvSpPr>
          <p:cNvPr id="27" name="Shape 22"/>
          <p:cNvSpPr/>
          <p:nvPr/>
        </p:nvSpPr>
        <p:spPr>
          <a:xfrm>
            <a:off x="6574536" y="4069080"/>
            <a:ext cx="1901952" cy="0"/>
          </a:xfrm>
          <a:prstGeom prst="line">
            <a:avLst/>
          </a:prstGeom>
          <a:noFill/>
          <a:ln w="12700">
            <a:solidFill>
              <a:srgbClr val="E3E8EB"/>
            </a:solidFill>
            <a:prstDash val="solid"/>
          </a:ln>
        </p:spPr>
      </p:sp>
      <p:sp>
        <p:nvSpPr>
          <p:cNvPr id="28" name="Text 23"/>
          <p:cNvSpPr/>
          <p:nvPr/>
        </p:nvSpPr>
        <p:spPr>
          <a:xfrm>
            <a:off x="6574536" y="4370832"/>
            <a:ext cx="1901952" cy="822960"/>
          </a:xfrm>
          <a:prstGeom prst="rect">
            <a:avLst/>
          </a:prstGeom>
          <a:noFill/>
        </p:spPr>
        <p:txBody>
          <a:bodyPr wrap="square" lIns="0" tIns="0" rIns="0" bIns="0" rtlCol="0" anchor="ctr">
            <a:normAutofit/>
          </a:bodyPr>
          <a:lstStyle/>
          <a:p>
            <a:pPr marL="0" indent="0">
              <a:buNone/>
            </a:pPr>
            <a:r>
              <a:rPr lang="en-US" sz="1110" dirty="0">
                <a:solidFill>
                  <a:srgbClr val="687584"/>
                </a:solidFill>
                <a:latin typeface="Arial" panose="020B0604020202020204" pitchFamily="34" charset="0"/>
                <a:ea typeface="Arial" panose="020B0604020202020204" pitchFamily="34" charset="0"/>
                <a:cs typeface="Arial" panose="020B0604020202020204" pitchFamily="34" charset="0"/>
              </a:rPr>
              <a:t>Centralized roles, tasks, and shared information</a:t>
            </a:r>
            <a:endParaRPr lang="en-US" sz="1110" dirty="0"/>
          </a:p>
        </p:txBody>
      </p:sp>
      <p:sp>
        <p:nvSpPr>
          <p:cNvPr id="29" name="Shape 24"/>
          <p:cNvSpPr/>
          <p:nvPr/>
        </p:nvSpPr>
        <p:spPr>
          <a:xfrm>
            <a:off x="9253728" y="2029968"/>
            <a:ext cx="2331720" cy="3493008"/>
          </a:xfrm>
          <a:prstGeom prst="roundRect">
            <a:avLst>
              <a:gd name="adj" fmla="val 5490"/>
            </a:avLst>
          </a:prstGeom>
          <a:solidFill>
            <a:srgbClr val="FFFFFF"/>
          </a:solidFill>
          <a:ln w="12700">
            <a:solidFill>
              <a:srgbClr val="E2E7EA"/>
            </a:solidFill>
            <a:prstDash val="solid"/>
          </a:ln>
          <a:effectLst>
            <a:outerShdw blurRad="-2147483648" dist="-2147483648" dir="1" algn="bl" rotWithShape="0">
              <a:srgbClr val="000000">
                <a:alpha val="1"/>
              </a:srgbClr>
            </a:outerShdw>
          </a:effectLst>
        </p:spPr>
      </p:sp>
      <p:sp>
        <p:nvSpPr>
          <p:cNvPr id="30" name="Shape 25"/>
          <p:cNvSpPr/>
          <p:nvPr/>
        </p:nvSpPr>
        <p:spPr>
          <a:xfrm>
            <a:off x="9253728" y="2029968"/>
            <a:ext cx="2331720" cy="128016"/>
          </a:xfrm>
          <a:prstGeom prst="rect">
            <a:avLst/>
          </a:prstGeom>
          <a:solidFill>
            <a:srgbClr val="F1C75B"/>
          </a:solidFill>
          <a:ln w="12700">
            <a:solidFill>
              <a:srgbClr val="F1C75B"/>
            </a:solidFill>
            <a:prstDash val="solid"/>
          </a:ln>
        </p:spPr>
      </p:sp>
      <p:sp>
        <p:nvSpPr>
          <p:cNvPr id="31" name="Shape 26"/>
          <p:cNvSpPr/>
          <p:nvPr/>
        </p:nvSpPr>
        <p:spPr>
          <a:xfrm>
            <a:off x="9454896" y="2395728"/>
            <a:ext cx="475488" cy="475488"/>
          </a:xfrm>
          <a:prstGeom prst="ellipse">
            <a:avLst/>
          </a:prstGeom>
          <a:solidFill>
            <a:srgbClr val="FFF3CD"/>
          </a:solidFill>
          <a:ln w="12700">
            <a:solidFill>
              <a:srgbClr val="FFF3CD"/>
            </a:solidFill>
            <a:prstDash val="solid"/>
          </a:ln>
        </p:spPr>
      </p:sp>
      <p:pic>
        <p:nvPicPr>
          <p:cNvPr id="32" name="Image 3" descr="preencoded.png"/>
          <p:cNvPicPr>
            <a:picLocks noChangeAspect="1"/>
          </p:cNvPicPr>
          <p:nvPr/>
        </p:nvPicPr>
        <p:blipFill>
          <a:blip r:embed="rId1">
            <a:extLst>
              <a:ext uri="{96DAC541-7B7A-43D3-8B79-37D633B846F1}">
                <asvg:svgBlip xmlns:asvg="http://schemas.microsoft.com/office/drawing/2016/SVG/main" r:embed="rId5"/>
              </a:ext>
            </a:extLst>
          </a:blip>
          <a:stretch>
            <a:fillRect/>
          </a:stretch>
        </p:blipFill>
        <p:spPr>
          <a:xfrm>
            <a:off x="9573768" y="2514600"/>
            <a:ext cx="237744" cy="237744"/>
          </a:xfrm>
          <a:prstGeom prst="rect">
            <a:avLst/>
          </a:prstGeom>
        </p:spPr>
      </p:pic>
      <p:sp>
        <p:nvSpPr>
          <p:cNvPr id="33" name="Text 27"/>
          <p:cNvSpPr/>
          <p:nvPr/>
        </p:nvSpPr>
        <p:spPr>
          <a:xfrm>
            <a:off x="9454896" y="3063240"/>
            <a:ext cx="1901952" cy="310896"/>
          </a:xfrm>
          <a:prstGeom prst="rect">
            <a:avLst/>
          </a:prstGeom>
          <a:noFill/>
        </p:spPr>
        <p:txBody>
          <a:bodyPr wrap="square" lIns="0" tIns="0" rIns="0" bIns="0" rtlCol="0" anchor="ctr"/>
          <a:lstStyle/>
          <a:p>
            <a:pPr marL="0" indent="0">
              <a:buNone/>
            </a:pPr>
            <a:r>
              <a:rPr lang="en-US" sz="1600" b="1" dirty="0">
                <a:solidFill>
                  <a:srgbClr val="12212F"/>
                </a:solidFill>
                <a:latin typeface="Arial" panose="020B0604020202020204" pitchFamily="34" charset="0"/>
                <a:ea typeface="Arial" panose="020B0604020202020204" pitchFamily="34" charset="0"/>
                <a:cs typeface="Arial" panose="020B0604020202020204" pitchFamily="34" charset="0"/>
              </a:rPr>
              <a:t>First-time Visitors</a:t>
            </a:r>
            <a:endParaRPr lang="en-US" sz="1600" dirty="0"/>
          </a:p>
        </p:txBody>
      </p:sp>
      <p:sp>
        <p:nvSpPr>
          <p:cNvPr id="34" name="Text 28"/>
          <p:cNvSpPr/>
          <p:nvPr/>
        </p:nvSpPr>
        <p:spPr>
          <a:xfrm>
            <a:off x="9454896" y="3502152"/>
            <a:ext cx="1901952" cy="402336"/>
          </a:xfrm>
          <a:prstGeom prst="rect">
            <a:avLst/>
          </a:prstGeom>
          <a:noFill/>
        </p:spPr>
        <p:txBody>
          <a:bodyPr wrap="square" lIns="0" tIns="0" rIns="0" bIns="0" rtlCol="0" anchor="ctr"/>
          <a:lstStyle/>
          <a:p>
            <a:pPr marL="0" indent="0">
              <a:buNone/>
            </a:pPr>
            <a:r>
              <a:rPr lang="en-US" sz="1040" b="1" dirty="0">
                <a:solidFill>
                  <a:srgbClr val="F1C75B"/>
                </a:solidFill>
                <a:latin typeface="Arial" panose="020B0604020202020204" pitchFamily="34" charset="0"/>
                <a:ea typeface="Arial" panose="020B0604020202020204" pitchFamily="34" charset="0"/>
                <a:cs typeface="Arial" panose="020B0604020202020204" pitchFamily="34" charset="0"/>
              </a:rPr>
              <a:t>New travelers</a:t>
            </a:r>
            <a:endParaRPr lang="en-US" sz="1040" dirty="0"/>
          </a:p>
        </p:txBody>
      </p:sp>
      <p:sp>
        <p:nvSpPr>
          <p:cNvPr id="35" name="Shape 29"/>
          <p:cNvSpPr/>
          <p:nvPr/>
        </p:nvSpPr>
        <p:spPr>
          <a:xfrm>
            <a:off x="9454896" y="4069080"/>
            <a:ext cx="1901952" cy="0"/>
          </a:xfrm>
          <a:prstGeom prst="line">
            <a:avLst/>
          </a:prstGeom>
          <a:noFill/>
          <a:ln w="12700">
            <a:solidFill>
              <a:srgbClr val="E3E8EB"/>
            </a:solidFill>
            <a:prstDash val="solid"/>
          </a:ln>
        </p:spPr>
      </p:sp>
      <p:sp>
        <p:nvSpPr>
          <p:cNvPr id="36" name="Text 30"/>
          <p:cNvSpPr/>
          <p:nvPr/>
        </p:nvSpPr>
        <p:spPr>
          <a:xfrm>
            <a:off x="9454896" y="4370832"/>
            <a:ext cx="1901952" cy="822960"/>
          </a:xfrm>
          <a:prstGeom prst="rect">
            <a:avLst/>
          </a:prstGeom>
          <a:noFill/>
        </p:spPr>
        <p:txBody>
          <a:bodyPr wrap="square" lIns="0" tIns="0" rIns="0" bIns="0" rtlCol="0" anchor="ctr">
            <a:normAutofit/>
          </a:bodyPr>
          <a:lstStyle/>
          <a:p>
            <a:pPr marL="0" indent="0">
              <a:buNone/>
            </a:pPr>
            <a:r>
              <a:rPr lang="en-US" sz="1110" dirty="0">
                <a:solidFill>
                  <a:srgbClr val="687584"/>
                </a:solidFill>
                <a:latin typeface="Arial" panose="020B0604020202020204" pitchFamily="34" charset="0"/>
                <a:ea typeface="Arial" panose="020B0604020202020204" pitchFamily="34" charset="0"/>
                <a:cs typeface="Arial" panose="020B0604020202020204" pitchFamily="34" charset="0"/>
              </a:rPr>
              <a:t>AI suggestions matched to travel style</a:t>
            </a:r>
            <a:endParaRPr lang="en-US" sz="1110" dirty="0"/>
          </a:p>
        </p:txBody>
      </p:sp>
      <p:sp>
        <p:nvSpPr>
          <p:cNvPr id="37" name="Shape 31"/>
          <p:cNvSpPr/>
          <p:nvPr/>
        </p:nvSpPr>
        <p:spPr>
          <a:xfrm>
            <a:off x="1078992" y="5733288"/>
            <a:ext cx="10021824" cy="402336"/>
          </a:xfrm>
          <a:prstGeom prst="roundRect">
            <a:avLst>
              <a:gd name="adj" fmla="val 27273"/>
            </a:avLst>
          </a:prstGeom>
          <a:solidFill>
            <a:srgbClr val="EEF2F5"/>
          </a:solidFill>
          <a:ln w="12700">
            <a:solidFill>
              <a:srgbClr val="EEF2F5">
                <a:alpha val="0"/>
              </a:srgbClr>
            </a:solidFill>
            <a:prstDash val="solid"/>
          </a:ln>
        </p:spPr>
      </p:sp>
      <p:sp>
        <p:nvSpPr>
          <p:cNvPr id="38" name="Text 32"/>
          <p:cNvSpPr/>
          <p:nvPr/>
        </p:nvSpPr>
        <p:spPr>
          <a:xfrm>
            <a:off x="1298448" y="5852160"/>
            <a:ext cx="9555480" cy="164592"/>
          </a:xfrm>
          <a:prstGeom prst="rect">
            <a:avLst/>
          </a:prstGeom>
          <a:noFill/>
        </p:spPr>
        <p:txBody>
          <a:bodyPr wrap="square" lIns="0" tIns="0" rIns="0" bIns="0" rtlCol="0" anchor="ctr"/>
          <a:lstStyle/>
          <a:p>
            <a:pPr marL="0" indent="0" algn="ctr">
              <a:buNone/>
            </a:pPr>
            <a:r>
              <a:rPr lang="en-US" sz="1050" b="1" dirty="0">
                <a:solidFill>
                  <a:srgbClr val="0B1F33"/>
                </a:solidFill>
                <a:latin typeface="Arial" panose="020B0604020202020204" pitchFamily="34" charset="0"/>
                <a:ea typeface="Arial" panose="020B0604020202020204" pitchFamily="34" charset="0"/>
                <a:cs typeface="Arial" panose="020B0604020202020204" pitchFamily="34" charset="0"/>
              </a:rPr>
              <a:t>Common need: faster planning, clearer coordination, and a single source of truth for the trip.</a:t>
            </a:r>
            <a:endParaRPr lang="en-US" sz="1050" dirty="0"/>
          </a:p>
        </p:txBody>
      </p:sp>
      <p:sp>
        <p:nvSpPr>
          <p:cNvPr id="39" name="Text 33"/>
          <p:cNvSpPr/>
          <p:nvPr/>
        </p:nvSpPr>
        <p:spPr>
          <a:xfrm>
            <a:off x="7498080" y="6419088"/>
            <a:ext cx="3657600" cy="164592"/>
          </a:xfrm>
          <a:prstGeom prst="rect">
            <a:avLst/>
          </a:prstGeom>
          <a:noFill/>
        </p:spPr>
        <p:txBody>
          <a:bodyPr wrap="square" lIns="0" tIns="0" rIns="0" bIns="0" rtlCol="0" anchor="ctr"/>
          <a:lstStyle/>
          <a:p>
            <a:pPr marL="0" indent="0" algn="r">
              <a:buNone/>
            </a:pPr>
            <a:r>
              <a:rPr lang="en-US" sz="720" dirty="0">
                <a:solidFill>
                  <a:srgbClr val="82909D"/>
                </a:solidFill>
                <a:latin typeface="Arial" panose="020B0604020202020204" pitchFamily="34" charset="0"/>
                <a:ea typeface="Arial" panose="020B0604020202020204" pitchFamily="34" charset="0"/>
                <a:cs typeface="Arial" panose="020B0604020202020204" pitchFamily="34" charset="0"/>
              </a:rPr>
              <a:t>Source: Vision Document v1.1</a:t>
            </a:r>
            <a:endParaRPr lang="en-US" sz="720" dirty="0"/>
          </a:p>
        </p:txBody>
      </p:sp>
      <p:sp>
        <p:nvSpPr>
          <p:cNvPr id="40" name="Slide Number Placeholder 0"/>
          <p:cNvSpPr>
            <a:spLocks noGrp="1"/>
          </p:cNvSpPr>
          <p:nvPr>
            <p:ph type="sldNum" sz="quarter" idx="4294967295"/>
          </p:nvPr>
        </p:nvSpPr>
        <p:spPr>
          <a:xfrm>
            <a:off x="11384280" y="6409944"/>
            <a:ext cx="347472" cy="164592"/>
          </a:xfrm>
          <a:prstGeom prst="rect">
            <a:avLst/>
          </a:prstGeom>
        </p:spPr>
        <p:txBody>
          <a:bodyPr lIns="0" tIns="0" rIns="0" bIns="0"/>
          <a:lstStyle>
            <a:lvl1pPr>
              <a:defRPr sz="750">
                <a:solidFill>
                  <a:srgbClr val="687584"/>
                </a:solidFill>
                <a:latin typeface="Noto Sans"/>
                <a:ea typeface="Noto Sans"/>
                <a:cs typeface="Noto Sans"/>
              </a:defRPr>
            </a:lvl1pPr>
          </a:lstStyle>
          <a:p>
            <a:pPr algn="r"/>
            <a:fld id="{F7021451-1387-4CA6-816F-3879F97B5CBC}" type="slidenum">
              <a:rPr lang="en-US" b="0"/>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66928" y="411480"/>
            <a:ext cx="3931920" cy="201168"/>
          </a:xfrm>
          <a:prstGeom prst="rect">
            <a:avLst/>
          </a:prstGeom>
          <a:noFill/>
        </p:spPr>
        <p:txBody>
          <a:bodyPr wrap="square" lIns="0" tIns="0" rIns="0" bIns="0" rtlCol="0" anchor="ctr"/>
          <a:lstStyle/>
          <a:p>
            <a:pPr marL="0" indent="0">
              <a:buNone/>
            </a:pPr>
            <a:r>
              <a:rPr lang="en-US" sz="1000" b="1" kern="0" spc="110" dirty="0">
                <a:solidFill>
                  <a:srgbClr val="FF6B3D"/>
                </a:solidFill>
                <a:latin typeface="Arial" panose="020B0604020202020204" pitchFamily="34" charset="0"/>
                <a:ea typeface="Arial" panose="020B0604020202020204" pitchFamily="34" charset="0"/>
                <a:cs typeface="Arial" panose="020B0604020202020204" pitchFamily="34" charset="0"/>
              </a:rPr>
              <a:t>MARKET CONTEXT</a:t>
            </a:r>
            <a:endParaRPr lang="en-US" sz="1000" dirty="0"/>
          </a:p>
        </p:txBody>
      </p:sp>
      <p:sp>
        <p:nvSpPr>
          <p:cNvPr id="3" name="Text 1"/>
          <p:cNvSpPr/>
          <p:nvPr/>
        </p:nvSpPr>
        <p:spPr>
          <a:xfrm>
            <a:off x="566928" y="713232"/>
            <a:ext cx="10835640" cy="548640"/>
          </a:xfrm>
          <a:prstGeom prst="rect">
            <a:avLst/>
          </a:prstGeom>
          <a:noFill/>
        </p:spPr>
        <p:txBody>
          <a:bodyPr wrap="square" lIns="0" tIns="0" rIns="0" bIns="0" rtlCol="0" anchor="ctr"/>
          <a:lstStyle/>
          <a:p>
            <a:pPr marL="0" indent="0">
              <a:buNone/>
            </a:pPr>
            <a:r>
              <a:rPr lang="en-US" sz="2700" b="1" dirty="0">
                <a:solidFill>
                  <a:srgbClr val="12212F"/>
                </a:solidFill>
                <a:latin typeface="Arial" panose="020B0604020202020204" pitchFamily="34" charset="0"/>
                <a:ea typeface="Arial" panose="020B0604020202020204" pitchFamily="34" charset="0"/>
                <a:cs typeface="Arial" panose="020B0604020202020204" pitchFamily="34" charset="0"/>
              </a:rPr>
              <a:t>Competitors &amp; Weaknesses</a:t>
            </a:r>
            <a:endParaRPr lang="en-US" sz="2700" dirty="0"/>
          </a:p>
        </p:txBody>
      </p:sp>
      <p:sp>
        <p:nvSpPr>
          <p:cNvPr id="4" name="Text 2"/>
          <p:cNvSpPr/>
          <p:nvPr/>
        </p:nvSpPr>
        <p:spPr>
          <a:xfrm>
            <a:off x="566928" y="1316736"/>
            <a:ext cx="10515600" cy="420624"/>
          </a:xfrm>
          <a:prstGeom prst="rect">
            <a:avLst/>
          </a:prstGeom>
          <a:noFill/>
        </p:spPr>
        <p:txBody>
          <a:bodyPr wrap="square" lIns="0" tIns="0" rIns="0" bIns="0" rtlCol="0" anchor="ctr"/>
          <a:lstStyle/>
          <a:p>
            <a:pPr marL="0" indent="0">
              <a:buNone/>
            </a:pPr>
            <a:r>
              <a:rPr lang="en-US" sz="1300" dirty="0">
                <a:solidFill>
                  <a:srgbClr val="687584"/>
                </a:solidFill>
                <a:latin typeface="Arial" panose="020B0604020202020204" pitchFamily="34" charset="0"/>
                <a:ea typeface="Arial" panose="020B0604020202020204" pitchFamily="34" charset="0"/>
                <a:cs typeface="Arial" panose="020B0604020202020204" pitchFamily="34" charset="0"/>
              </a:rPr>
              <a:t>Current alternatives solve parts of the workflow — not the whole trip.</a:t>
            </a:r>
            <a:endParaRPr lang="en-US" sz="1300" dirty="0"/>
          </a:p>
        </p:txBody>
      </p:sp>
      <p:sp>
        <p:nvSpPr>
          <p:cNvPr id="5" name="Text 3"/>
          <p:cNvSpPr/>
          <p:nvPr/>
        </p:nvSpPr>
        <p:spPr>
          <a:xfrm>
            <a:off x="621792" y="2002536"/>
            <a:ext cx="2194560" cy="182880"/>
          </a:xfrm>
          <a:prstGeom prst="rect">
            <a:avLst/>
          </a:prstGeom>
          <a:noFill/>
        </p:spPr>
        <p:txBody>
          <a:bodyPr wrap="square" lIns="0" tIns="0" rIns="0" bIns="0" rtlCol="0" anchor="ctr"/>
          <a:lstStyle/>
          <a:p>
            <a:pPr marL="0" indent="0">
              <a:buNone/>
            </a:pPr>
            <a:r>
              <a:rPr lang="en-US" sz="950" b="1" kern="0" spc="80" dirty="0">
                <a:solidFill>
                  <a:srgbClr val="687584"/>
                </a:solidFill>
                <a:latin typeface="Arial" panose="020B0604020202020204" pitchFamily="34" charset="0"/>
                <a:ea typeface="Arial" panose="020B0604020202020204" pitchFamily="34" charset="0"/>
                <a:cs typeface="Arial" panose="020B0604020202020204" pitchFamily="34" charset="0"/>
              </a:rPr>
              <a:t>CURRENT ALTERNATIVES</a:t>
            </a:r>
            <a:endParaRPr lang="en-US" sz="950" dirty="0"/>
          </a:p>
        </p:txBody>
      </p:sp>
      <p:sp>
        <p:nvSpPr>
          <p:cNvPr id="6" name="Shape 4"/>
          <p:cNvSpPr/>
          <p:nvPr/>
        </p:nvSpPr>
        <p:spPr>
          <a:xfrm>
            <a:off x="621792" y="2414016"/>
            <a:ext cx="2523744" cy="1417320"/>
          </a:xfrm>
          <a:prstGeom prst="roundRect">
            <a:avLst>
              <a:gd name="adj" fmla="val 7742"/>
            </a:avLst>
          </a:prstGeom>
          <a:solidFill>
            <a:srgbClr val="FFFFFF"/>
          </a:solidFill>
          <a:ln w="12700">
            <a:solidFill>
              <a:srgbClr val="E1E6E9"/>
            </a:solidFill>
            <a:prstDash val="solid"/>
          </a:ln>
        </p:spPr>
      </p:sp>
      <p:sp>
        <p:nvSpPr>
          <p:cNvPr id="7" name="Shape 5"/>
          <p:cNvSpPr/>
          <p:nvPr/>
        </p:nvSpPr>
        <p:spPr>
          <a:xfrm>
            <a:off x="822960" y="2615184"/>
            <a:ext cx="475488" cy="475488"/>
          </a:xfrm>
          <a:prstGeom prst="ellipse">
            <a:avLst/>
          </a:prstGeom>
          <a:solidFill>
            <a:srgbClr val="DDF5F1"/>
          </a:solidFill>
          <a:ln w="12700">
            <a:solidFill>
              <a:srgbClr val="DDF5F1"/>
            </a:solidFill>
            <a:prstDash val="solid"/>
          </a:ln>
        </p:spPr>
      </p:sp>
      <p:pic>
        <p:nvPicPr>
          <p:cNvPr id="8" name="Image 0" descr="preencoded.png"/>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941832" y="2734056"/>
            <a:ext cx="237744" cy="237744"/>
          </a:xfrm>
          <a:prstGeom prst="rect">
            <a:avLst/>
          </a:prstGeom>
        </p:spPr>
      </p:pic>
      <p:sp>
        <p:nvSpPr>
          <p:cNvPr id="9" name="Text 6"/>
          <p:cNvSpPr/>
          <p:nvPr/>
        </p:nvSpPr>
        <p:spPr>
          <a:xfrm>
            <a:off x="1426464" y="2651760"/>
            <a:ext cx="1508760" cy="347472"/>
          </a:xfrm>
          <a:prstGeom prst="rect">
            <a:avLst/>
          </a:prstGeom>
          <a:noFill/>
        </p:spPr>
        <p:txBody>
          <a:bodyPr wrap="square" lIns="0" tIns="0" rIns="0" bIns="0" rtlCol="0" anchor="ctr">
            <a:normAutofit/>
          </a:bodyPr>
          <a:lstStyle/>
          <a:p>
            <a:pPr marL="0" indent="0">
              <a:buNone/>
            </a:pPr>
            <a:r>
              <a:rPr lang="en-US" sz="1150" b="1" dirty="0">
                <a:solidFill>
                  <a:srgbClr val="12212F"/>
                </a:solidFill>
                <a:latin typeface="Arial" panose="020B0604020202020204" pitchFamily="34" charset="0"/>
                <a:ea typeface="Arial" panose="020B0604020202020204" pitchFamily="34" charset="0"/>
                <a:cs typeface="Arial" panose="020B0604020202020204" pitchFamily="34" charset="0"/>
              </a:rPr>
              <a:t>Excel / Google Sheets</a:t>
            </a:r>
            <a:endParaRPr lang="en-US" sz="1150" dirty="0"/>
          </a:p>
        </p:txBody>
      </p:sp>
      <p:sp>
        <p:nvSpPr>
          <p:cNvPr id="10" name="Text 7"/>
          <p:cNvSpPr/>
          <p:nvPr/>
        </p:nvSpPr>
        <p:spPr>
          <a:xfrm>
            <a:off x="832104" y="3255264"/>
            <a:ext cx="2084832" cy="256032"/>
          </a:xfrm>
          <a:prstGeom prst="rect">
            <a:avLst/>
          </a:prstGeom>
          <a:noFill/>
        </p:spPr>
        <p:txBody>
          <a:bodyPr wrap="square" lIns="0" tIns="0" rIns="0" bIns="0" rtlCol="0" anchor="ctr"/>
          <a:lstStyle/>
          <a:p>
            <a:pPr marL="0" indent="0" algn="ctr">
              <a:buNone/>
            </a:pPr>
            <a:r>
              <a:rPr lang="en-US" sz="930" dirty="0">
                <a:solidFill>
                  <a:srgbClr val="687584"/>
                </a:solidFill>
                <a:latin typeface="Arial" panose="020B0604020202020204" pitchFamily="34" charset="0"/>
                <a:ea typeface="Arial" panose="020B0604020202020204" pitchFamily="34" charset="0"/>
                <a:cs typeface="Arial" panose="020B0604020202020204" pitchFamily="34" charset="0"/>
              </a:rPr>
              <a:t>Budgeting &amp; tracking</a:t>
            </a:r>
            <a:endParaRPr lang="en-US" sz="930" dirty="0"/>
          </a:p>
        </p:txBody>
      </p:sp>
      <p:sp>
        <p:nvSpPr>
          <p:cNvPr id="11" name="Shape 8"/>
          <p:cNvSpPr/>
          <p:nvPr/>
        </p:nvSpPr>
        <p:spPr>
          <a:xfrm>
            <a:off x="3438144" y="2414016"/>
            <a:ext cx="2523744" cy="1417320"/>
          </a:xfrm>
          <a:prstGeom prst="roundRect">
            <a:avLst>
              <a:gd name="adj" fmla="val 7742"/>
            </a:avLst>
          </a:prstGeom>
          <a:solidFill>
            <a:srgbClr val="FFFFFF"/>
          </a:solidFill>
          <a:ln w="12700">
            <a:solidFill>
              <a:srgbClr val="E1E6E9"/>
            </a:solidFill>
            <a:prstDash val="solid"/>
          </a:ln>
        </p:spPr>
      </p:sp>
      <p:sp>
        <p:nvSpPr>
          <p:cNvPr id="12" name="Shape 9"/>
          <p:cNvSpPr/>
          <p:nvPr/>
        </p:nvSpPr>
        <p:spPr>
          <a:xfrm>
            <a:off x="3639312" y="2615184"/>
            <a:ext cx="475488" cy="475488"/>
          </a:xfrm>
          <a:prstGeom prst="ellipse">
            <a:avLst/>
          </a:prstGeom>
          <a:solidFill>
            <a:srgbClr val="E5F2FF"/>
          </a:solidFill>
          <a:ln w="12700">
            <a:solidFill>
              <a:srgbClr val="E5F2FF"/>
            </a:solidFill>
            <a:prstDash val="solid"/>
          </a:ln>
        </p:spPr>
      </p:sp>
      <p:pic>
        <p:nvPicPr>
          <p:cNvPr id="13" name="Image 1" descr="preencoded.png"/>
          <p:cNvPicPr>
            <a:picLocks noChangeAspect="1"/>
          </p:cNvPicPr>
          <p:nvPr/>
        </p:nvPicPr>
        <p:blipFill>
          <a:blip r:embed="rId1">
            <a:extLst>
              <a:ext uri="{96DAC541-7B7A-43D3-8B79-37D633B846F1}">
                <asvg:svgBlip xmlns:asvg="http://schemas.microsoft.com/office/drawing/2016/SVG/main" r:embed="rId3"/>
              </a:ext>
            </a:extLst>
          </a:blip>
          <a:stretch>
            <a:fillRect/>
          </a:stretch>
        </p:blipFill>
        <p:spPr>
          <a:xfrm>
            <a:off x="3758184" y="2734056"/>
            <a:ext cx="237744" cy="237744"/>
          </a:xfrm>
          <a:prstGeom prst="rect">
            <a:avLst/>
          </a:prstGeom>
        </p:spPr>
      </p:pic>
      <p:sp>
        <p:nvSpPr>
          <p:cNvPr id="14" name="Text 10"/>
          <p:cNvSpPr/>
          <p:nvPr/>
        </p:nvSpPr>
        <p:spPr>
          <a:xfrm>
            <a:off x="4242816" y="2651760"/>
            <a:ext cx="1508760" cy="347472"/>
          </a:xfrm>
          <a:prstGeom prst="rect">
            <a:avLst/>
          </a:prstGeom>
          <a:noFill/>
        </p:spPr>
        <p:txBody>
          <a:bodyPr wrap="square" lIns="0" tIns="0" rIns="0" bIns="0" rtlCol="0" anchor="ctr">
            <a:normAutofit/>
          </a:bodyPr>
          <a:lstStyle/>
          <a:p>
            <a:pPr marL="0" indent="0">
              <a:buNone/>
            </a:pPr>
            <a:r>
              <a:rPr lang="en-US" sz="1150" b="1" dirty="0">
                <a:solidFill>
                  <a:srgbClr val="12212F"/>
                </a:solidFill>
                <a:latin typeface="Arial" panose="020B0604020202020204" pitchFamily="34" charset="0"/>
                <a:ea typeface="Arial" panose="020B0604020202020204" pitchFamily="34" charset="0"/>
                <a:cs typeface="Arial" panose="020B0604020202020204" pitchFamily="34" charset="0"/>
              </a:rPr>
              <a:t>Notion / Keep</a:t>
            </a:r>
            <a:endParaRPr lang="en-US" sz="1150" dirty="0"/>
          </a:p>
        </p:txBody>
      </p:sp>
      <p:sp>
        <p:nvSpPr>
          <p:cNvPr id="15" name="Text 11"/>
          <p:cNvSpPr/>
          <p:nvPr/>
        </p:nvSpPr>
        <p:spPr>
          <a:xfrm>
            <a:off x="3648456" y="3255264"/>
            <a:ext cx="2084832" cy="256032"/>
          </a:xfrm>
          <a:prstGeom prst="rect">
            <a:avLst/>
          </a:prstGeom>
          <a:noFill/>
        </p:spPr>
        <p:txBody>
          <a:bodyPr wrap="square" lIns="0" tIns="0" rIns="0" bIns="0" rtlCol="0" anchor="ctr"/>
          <a:lstStyle/>
          <a:p>
            <a:pPr marL="0" indent="0" algn="ctr">
              <a:buNone/>
            </a:pPr>
            <a:r>
              <a:rPr lang="en-US" sz="930" dirty="0">
                <a:solidFill>
                  <a:srgbClr val="687584"/>
                </a:solidFill>
                <a:latin typeface="Arial" panose="020B0604020202020204" pitchFamily="34" charset="0"/>
                <a:ea typeface="Arial" panose="020B0604020202020204" pitchFamily="34" charset="0"/>
                <a:cs typeface="Arial" panose="020B0604020202020204" pitchFamily="34" charset="0"/>
              </a:rPr>
              <a:t>Notes &amp; organization</a:t>
            </a:r>
            <a:endParaRPr lang="en-US" sz="930" dirty="0"/>
          </a:p>
        </p:txBody>
      </p:sp>
      <p:sp>
        <p:nvSpPr>
          <p:cNvPr id="16" name="Shape 12"/>
          <p:cNvSpPr/>
          <p:nvPr/>
        </p:nvSpPr>
        <p:spPr>
          <a:xfrm>
            <a:off x="6254496" y="2414016"/>
            <a:ext cx="2523744" cy="1417320"/>
          </a:xfrm>
          <a:prstGeom prst="roundRect">
            <a:avLst>
              <a:gd name="adj" fmla="val 7742"/>
            </a:avLst>
          </a:prstGeom>
          <a:solidFill>
            <a:srgbClr val="FFFFFF"/>
          </a:solidFill>
          <a:ln w="12700">
            <a:solidFill>
              <a:srgbClr val="E1E6E9"/>
            </a:solidFill>
            <a:prstDash val="solid"/>
          </a:ln>
        </p:spPr>
      </p:sp>
      <p:sp>
        <p:nvSpPr>
          <p:cNvPr id="17" name="Shape 13"/>
          <p:cNvSpPr/>
          <p:nvPr/>
        </p:nvSpPr>
        <p:spPr>
          <a:xfrm>
            <a:off x="6455664" y="2615184"/>
            <a:ext cx="475488" cy="475488"/>
          </a:xfrm>
          <a:prstGeom prst="ellipse">
            <a:avLst/>
          </a:prstGeom>
          <a:solidFill>
            <a:srgbClr val="FFE9DE"/>
          </a:solidFill>
          <a:ln w="12700">
            <a:solidFill>
              <a:srgbClr val="FFE9DE"/>
            </a:solidFill>
            <a:prstDash val="solid"/>
          </a:ln>
        </p:spPr>
      </p:sp>
      <p:pic>
        <p:nvPicPr>
          <p:cNvPr id="18" name="Image 2" descr="preencoded.png"/>
          <p:cNvPicPr>
            <a:picLocks noChangeAspect="1"/>
          </p:cNvPicPr>
          <p:nvPr/>
        </p:nvPicPr>
        <p:blipFill>
          <a:blip r:embed="rId1">
            <a:extLst>
              <a:ext uri="{96DAC541-7B7A-43D3-8B79-37D633B846F1}">
                <asvg:svgBlip xmlns:asvg="http://schemas.microsoft.com/office/drawing/2016/SVG/main" r:embed="rId4"/>
              </a:ext>
            </a:extLst>
          </a:blip>
          <a:stretch>
            <a:fillRect/>
          </a:stretch>
        </p:blipFill>
        <p:spPr>
          <a:xfrm>
            <a:off x="6574536" y="2734056"/>
            <a:ext cx="237744" cy="237744"/>
          </a:xfrm>
          <a:prstGeom prst="rect">
            <a:avLst/>
          </a:prstGeom>
        </p:spPr>
      </p:pic>
      <p:sp>
        <p:nvSpPr>
          <p:cNvPr id="19" name="Text 14"/>
          <p:cNvSpPr/>
          <p:nvPr/>
        </p:nvSpPr>
        <p:spPr>
          <a:xfrm>
            <a:off x="7059168" y="2651760"/>
            <a:ext cx="1508760" cy="347472"/>
          </a:xfrm>
          <a:prstGeom prst="rect">
            <a:avLst/>
          </a:prstGeom>
          <a:noFill/>
        </p:spPr>
        <p:txBody>
          <a:bodyPr wrap="square" lIns="0" tIns="0" rIns="0" bIns="0" rtlCol="0" anchor="ctr">
            <a:normAutofit/>
          </a:bodyPr>
          <a:lstStyle/>
          <a:p>
            <a:pPr marL="0" indent="0">
              <a:buNone/>
            </a:pPr>
            <a:r>
              <a:rPr lang="en-US" sz="1150" b="1" dirty="0">
                <a:solidFill>
                  <a:srgbClr val="12212F"/>
                </a:solidFill>
                <a:latin typeface="Arial" panose="020B0604020202020204" pitchFamily="34" charset="0"/>
                <a:ea typeface="Arial" panose="020B0604020202020204" pitchFamily="34" charset="0"/>
                <a:cs typeface="Arial" panose="020B0604020202020204" pitchFamily="34" charset="0"/>
              </a:rPr>
              <a:t>Zalo / Messenger</a:t>
            </a:r>
            <a:endParaRPr lang="en-US" sz="1150" dirty="0"/>
          </a:p>
        </p:txBody>
      </p:sp>
      <p:sp>
        <p:nvSpPr>
          <p:cNvPr id="20" name="Text 15"/>
          <p:cNvSpPr/>
          <p:nvPr/>
        </p:nvSpPr>
        <p:spPr>
          <a:xfrm>
            <a:off x="6464808" y="3255264"/>
            <a:ext cx="2084832" cy="256032"/>
          </a:xfrm>
          <a:prstGeom prst="rect">
            <a:avLst/>
          </a:prstGeom>
          <a:noFill/>
        </p:spPr>
        <p:txBody>
          <a:bodyPr wrap="square" lIns="0" tIns="0" rIns="0" bIns="0" rtlCol="0" anchor="ctr"/>
          <a:lstStyle/>
          <a:p>
            <a:pPr marL="0" indent="0" algn="ctr">
              <a:buNone/>
            </a:pPr>
            <a:r>
              <a:rPr lang="en-US" sz="930" dirty="0">
                <a:solidFill>
                  <a:srgbClr val="687584"/>
                </a:solidFill>
                <a:latin typeface="Arial" panose="020B0604020202020204" pitchFamily="34" charset="0"/>
                <a:ea typeface="Arial" panose="020B0604020202020204" pitchFamily="34" charset="0"/>
                <a:cs typeface="Arial" panose="020B0604020202020204" pitchFamily="34" charset="0"/>
              </a:rPr>
              <a:t>Discussion</a:t>
            </a:r>
            <a:endParaRPr lang="en-US" sz="930" dirty="0"/>
          </a:p>
        </p:txBody>
      </p:sp>
      <p:sp>
        <p:nvSpPr>
          <p:cNvPr id="21" name="Shape 16"/>
          <p:cNvSpPr/>
          <p:nvPr/>
        </p:nvSpPr>
        <p:spPr>
          <a:xfrm>
            <a:off x="9070848" y="2414016"/>
            <a:ext cx="2523744" cy="1417320"/>
          </a:xfrm>
          <a:prstGeom prst="roundRect">
            <a:avLst>
              <a:gd name="adj" fmla="val 7742"/>
            </a:avLst>
          </a:prstGeom>
          <a:solidFill>
            <a:srgbClr val="FFFFFF"/>
          </a:solidFill>
          <a:ln w="12700">
            <a:solidFill>
              <a:srgbClr val="E1E6E9"/>
            </a:solidFill>
            <a:prstDash val="solid"/>
          </a:ln>
        </p:spPr>
      </p:sp>
      <p:sp>
        <p:nvSpPr>
          <p:cNvPr id="22" name="Shape 17"/>
          <p:cNvSpPr/>
          <p:nvPr/>
        </p:nvSpPr>
        <p:spPr>
          <a:xfrm>
            <a:off x="9272016" y="2615184"/>
            <a:ext cx="475488" cy="475488"/>
          </a:xfrm>
          <a:prstGeom prst="ellipse">
            <a:avLst/>
          </a:prstGeom>
          <a:solidFill>
            <a:srgbClr val="FFF3CD"/>
          </a:solidFill>
          <a:ln w="12700">
            <a:solidFill>
              <a:srgbClr val="FFF3CD"/>
            </a:solidFill>
            <a:prstDash val="solid"/>
          </a:ln>
        </p:spPr>
      </p:sp>
      <p:pic>
        <p:nvPicPr>
          <p:cNvPr id="23" name="Image 3" descr="preencoded.png"/>
          <p:cNvPicPr>
            <a:picLocks noChangeAspect="1"/>
          </p:cNvPicPr>
          <p:nvPr/>
        </p:nvPicPr>
        <p:blipFill>
          <a:blip r:embed="rId1">
            <a:extLst>
              <a:ext uri="{96DAC541-7B7A-43D3-8B79-37D633B846F1}">
                <asvg:svgBlip xmlns:asvg="http://schemas.microsoft.com/office/drawing/2016/SVG/main" r:embed="rId5"/>
              </a:ext>
            </a:extLst>
          </a:blip>
          <a:stretch>
            <a:fillRect/>
          </a:stretch>
        </p:blipFill>
        <p:spPr>
          <a:xfrm>
            <a:off x="9390888" y="2734056"/>
            <a:ext cx="237744" cy="237744"/>
          </a:xfrm>
          <a:prstGeom prst="rect">
            <a:avLst/>
          </a:prstGeom>
        </p:spPr>
      </p:pic>
      <p:sp>
        <p:nvSpPr>
          <p:cNvPr id="24" name="Text 18"/>
          <p:cNvSpPr/>
          <p:nvPr/>
        </p:nvSpPr>
        <p:spPr>
          <a:xfrm>
            <a:off x="9875520" y="2651760"/>
            <a:ext cx="1508760" cy="347472"/>
          </a:xfrm>
          <a:prstGeom prst="rect">
            <a:avLst/>
          </a:prstGeom>
          <a:noFill/>
        </p:spPr>
        <p:txBody>
          <a:bodyPr wrap="square" lIns="0" tIns="0" rIns="0" bIns="0" rtlCol="0" anchor="ctr">
            <a:normAutofit/>
          </a:bodyPr>
          <a:lstStyle/>
          <a:p>
            <a:pPr marL="0" indent="0">
              <a:buNone/>
            </a:pPr>
            <a:r>
              <a:rPr lang="en-US" sz="1150" b="1" dirty="0">
                <a:solidFill>
                  <a:srgbClr val="12212F"/>
                </a:solidFill>
                <a:latin typeface="Arial" panose="020B0604020202020204" pitchFamily="34" charset="0"/>
                <a:ea typeface="Arial" panose="020B0604020202020204" pitchFamily="34" charset="0"/>
                <a:cs typeface="Arial" panose="020B0604020202020204" pitchFamily="34" charset="0"/>
              </a:rPr>
              <a:t>Google Maps</a:t>
            </a:r>
            <a:endParaRPr lang="en-US" sz="1150" dirty="0"/>
          </a:p>
        </p:txBody>
      </p:sp>
      <p:sp>
        <p:nvSpPr>
          <p:cNvPr id="25" name="Text 19"/>
          <p:cNvSpPr/>
          <p:nvPr/>
        </p:nvSpPr>
        <p:spPr>
          <a:xfrm>
            <a:off x="9281160" y="3255264"/>
            <a:ext cx="2084832" cy="256032"/>
          </a:xfrm>
          <a:prstGeom prst="rect">
            <a:avLst/>
          </a:prstGeom>
          <a:noFill/>
        </p:spPr>
        <p:txBody>
          <a:bodyPr wrap="square" lIns="0" tIns="0" rIns="0" bIns="0" rtlCol="0" anchor="ctr"/>
          <a:lstStyle/>
          <a:p>
            <a:pPr marL="0" indent="0" algn="ctr">
              <a:buNone/>
            </a:pPr>
            <a:r>
              <a:rPr lang="en-US" sz="930" dirty="0">
                <a:solidFill>
                  <a:srgbClr val="687584"/>
                </a:solidFill>
                <a:latin typeface="Arial" panose="020B0604020202020204" pitchFamily="34" charset="0"/>
                <a:ea typeface="Arial" panose="020B0604020202020204" pitchFamily="34" charset="0"/>
                <a:cs typeface="Arial" panose="020B0604020202020204" pitchFamily="34" charset="0"/>
              </a:rPr>
              <a:t>Place discovery</a:t>
            </a:r>
            <a:endParaRPr lang="en-US" sz="930" dirty="0"/>
          </a:p>
        </p:txBody>
      </p:sp>
      <p:sp>
        <p:nvSpPr>
          <p:cNvPr id="26" name="Text 20"/>
          <p:cNvSpPr/>
          <p:nvPr/>
        </p:nvSpPr>
        <p:spPr>
          <a:xfrm>
            <a:off x="621792" y="4315968"/>
            <a:ext cx="3383280" cy="182880"/>
          </a:xfrm>
          <a:prstGeom prst="rect">
            <a:avLst/>
          </a:prstGeom>
          <a:noFill/>
        </p:spPr>
        <p:txBody>
          <a:bodyPr wrap="square" lIns="0" tIns="0" rIns="0" bIns="0" rtlCol="0" anchor="ctr"/>
          <a:lstStyle/>
          <a:p>
            <a:pPr marL="0" indent="0">
              <a:buNone/>
            </a:pPr>
            <a:r>
              <a:rPr lang="en-US" sz="950" b="1" kern="0" spc="80" dirty="0">
                <a:solidFill>
                  <a:srgbClr val="687584"/>
                </a:solidFill>
                <a:latin typeface="Arial" panose="020B0604020202020204" pitchFamily="34" charset="0"/>
                <a:ea typeface="Arial" panose="020B0604020202020204" pitchFamily="34" charset="0"/>
                <a:cs typeface="Arial" panose="020B0604020202020204" pitchFamily="34" charset="0"/>
              </a:rPr>
              <a:t>WHY THEY BREAK DOWN FOR GROUP TRAVEL</a:t>
            </a:r>
            <a:endParaRPr lang="en-US" sz="950" dirty="0"/>
          </a:p>
        </p:txBody>
      </p:sp>
      <p:sp>
        <p:nvSpPr>
          <p:cNvPr id="27" name="Shape 21"/>
          <p:cNvSpPr/>
          <p:nvPr/>
        </p:nvSpPr>
        <p:spPr>
          <a:xfrm>
            <a:off x="621792" y="4690872"/>
            <a:ext cx="3346704" cy="749808"/>
          </a:xfrm>
          <a:prstGeom prst="roundRect">
            <a:avLst>
              <a:gd name="adj" fmla="val 13415"/>
            </a:avLst>
          </a:prstGeom>
          <a:solidFill>
            <a:srgbClr val="FFE9DE"/>
          </a:solidFill>
          <a:ln w="12700">
            <a:solidFill>
              <a:srgbClr val="FFE9DE">
                <a:alpha val="0"/>
              </a:srgbClr>
            </a:solidFill>
            <a:prstDash val="solid"/>
          </a:ln>
        </p:spPr>
      </p:sp>
      <p:pic>
        <p:nvPicPr>
          <p:cNvPr id="28" name="Image 4" descr="preencoded.png"/>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841248" y="4910328"/>
            <a:ext cx="246888" cy="246888"/>
          </a:xfrm>
          <a:prstGeom prst="rect">
            <a:avLst/>
          </a:prstGeom>
        </p:spPr>
      </p:pic>
      <p:sp>
        <p:nvSpPr>
          <p:cNvPr id="29" name="Text 22"/>
          <p:cNvSpPr/>
          <p:nvPr/>
        </p:nvSpPr>
        <p:spPr>
          <a:xfrm>
            <a:off x="1225296" y="4873752"/>
            <a:ext cx="2359152" cy="283464"/>
          </a:xfrm>
          <a:prstGeom prst="rect">
            <a:avLst/>
          </a:prstGeom>
          <a:noFill/>
        </p:spPr>
        <p:txBody>
          <a:bodyPr wrap="square" lIns="0" tIns="0" rIns="0" bIns="0" rtlCol="0" anchor="ctr">
            <a:normAutofit/>
          </a:bodyPr>
          <a:lstStyle/>
          <a:p>
            <a:pPr marL="0" indent="0">
              <a:buNone/>
            </a:pPr>
            <a:r>
              <a:rPr lang="en-US" sz="1160" b="1" dirty="0">
                <a:solidFill>
                  <a:srgbClr val="12212F"/>
                </a:solidFill>
                <a:latin typeface="Arial" panose="020B0604020202020204" pitchFamily="34" charset="0"/>
                <a:ea typeface="Arial" panose="020B0604020202020204" pitchFamily="34" charset="0"/>
                <a:cs typeface="Arial" panose="020B0604020202020204" pitchFamily="34" charset="0"/>
              </a:rPr>
              <a:t>Information is scattered</a:t>
            </a:r>
            <a:endParaRPr lang="en-US" sz="1160" dirty="0"/>
          </a:p>
        </p:txBody>
      </p:sp>
      <p:sp>
        <p:nvSpPr>
          <p:cNvPr id="30" name="Shape 23"/>
          <p:cNvSpPr/>
          <p:nvPr/>
        </p:nvSpPr>
        <p:spPr>
          <a:xfrm>
            <a:off x="4261104" y="4690872"/>
            <a:ext cx="3346704" cy="749808"/>
          </a:xfrm>
          <a:prstGeom prst="roundRect">
            <a:avLst>
              <a:gd name="adj" fmla="val 13415"/>
            </a:avLst>
          </a:prstGeom>
          <a:solidFill>
            <a:srgbClr val="DDF5F1"/>
          </a:solidFill>
          <a:ln w="12700">
            <a:solidFill>
              <a:srgbClr val="DDF5F1">
                <a:alpha val="0"/>
              </a:srgbClr>
            </a:solidFill>
            <a:prstDash val="solid"/>
          </a:ln>
        </p:spPr>
      </p:sp>
      <p:pic>
        <p:nvPicPr>
          <p:cNvPr id="31" name="Image 5" descr="preencoded.png"/>
          <p:cNvPicPr>
            <a:picLocks noChangeAspect="1"/>
          </p:cNvPicPr>
          <p:nvPr/>
        </p:nvPicPr>
        <p:blipFill>
          <a:blip r:embed="rId1">
            <a:extLst>
              <a:ext uri="{96DAC541-7B7A-43D3-8B79-37D633B846F1}">
                <asvg:svgBlip xmlns:asvg="http://schemas.microsoft.com/office/drawing/2016/SVG/main" r:embed="rId8"/>
              </a:ext>
            </a:extLst>
          </a:blip>
          <a:stretch>
            <a:fillRect/>
          </a:stretch>
        </p:blipFill>
        <p:spPr>
          <a:xfrm>
            <a:off x="4480560" y="4910328"/>
            <a:ext cx="246888" cy="246888"/>
          </a:xfrm>
          <a:prstGeom prst="rect">
            <a:avLst/>
          </a:prstGeom>
        </p:spPr>
      </p:pic>
      <p:sp>
        <p:nvSpPr>
          <p:cNvPr id="32" name="Text 24"/>
          <p:cNvSpPr/>
          <p:nvPr/>
        </p:nvSpPr>
        <p:spPr>
          <a:xfrm>
            <a:off x="4864608" y="4873752"/>
            <a:ext cx="2359152" cy="283464"/>
          </a:xfrm>
          <a:prstGeom prst="rect">
            <a:avLst/>
          </a:prstGeom>
          <a:noFill/>
        </p:spPr>
        <p:txBody>
          <a:bodyPr wrap="square" lIns="0" tIns="0" rIns="0" bIns="0" rtlCol="0" anchor="ctr">
            <a:normAutofit/>
          </a:bodyPr>
          <a:lstStyle/>
          <a:p>
            <a:pPr marL="0" indent="0">
              <a:buNone/>
            </a:pPr>
            <a:r>
              <a:rPr lang="en-US" sz="1160" b="1" dirty="0">
                <a:solidFill>
                  <a:srgbClr val="12212F"/>
                </a:solidFill>
                <a:latin typeface="Arial" panose="020B0604020202020204" pitchFamily="34" charset="0"/>
                <a:ea typeface="Arial" panose="020B0604020202020204" pitchFamily="34" charset="0"/>
                <a:cs typeface="Arial" panose="020B0604020202020204" pitchFamily="34" charset="0"/>
              </a:rPr>
              <a:t>Member updates are hard to track</a:t>
            </a:r>
            <a:endParaRPr lang="en-US" sz="1160" dirty="0"/>
          </a:p>
        </p:txBody>
      </p:sp>
      <p:sp>
        <p:nvSpPr>
          <p:cNvPr id="33" name="Shape 25"/>
          <p:cNvSpPr/>
          <p:nvPr/>
        </p:nvSpPr>
        <p:spPr>
          <a:xfrm>
            <a:off x="7900416" y="4690872"/>
            <a:ext cx="3346704" cy="749808"/>
          </a:xfrm>
          <a:prstGeom prst="roundRect">
            <a:avLst>
              <a:gd name="adj" fmla="val 13415"/>
            </a:avLst>
          </a:prstGeom>
          <a:solidFill>
            <a:srgbClr val="E5F2FF"/>
          </a:solidFill>
          <a:ln w="12700">
            <a:solidFill>
              <a:srgbClr val="E5F2FF">
                <a:alpha val="0"/>
              </a:srgbClr>
            </a:solidFill>
            <a:prstDash val="solid"/>
          </a:ln>
        </p:spPr>
      </p:sp>
      <p:pic>
        <p:nvPicPr>
          <p:cNvPr id="34" name="Image 6" descr="preencoded.png"/>
          <p:cNvPicPr>
            <a:picLocks noChangeAspect="1"/>
          </p:cNvPicPr>
          <p:nvPr/>
        </p:nvPicPr>
        <p:blipFill>
          <a:blip r:embed="rId1">
            <a:extLst>
              <a:ext uri="{96DAC541-7B7A-43D3-8B79-37D633B846F1}">
                <asvg:svgBlip xmlns:asvg="http://schemas.microsoft.com/office/drawing/2016/SVG/main" r:embed="rId9"/>
              </a:ext>
            </a:extLst>
          </a:blip>
          <a:stretch>
            <a:fillRect/>
          </a:stretch>
        </p:blipFill>
        <p:spPr>
          <a:xfrm>
            <a:off x="8119872" y="4910328"/>
            <a:ext cx="246888" cy="246888"/>
          </a:xfrm>
          <a:prstGeom prst="rect">
            <a:avLst/>
          </a:prstGeom>
        </p:spPr>
      </p:pic>
      <p:sp>
        <p:nvSpPr>
          <p:cNvPr id="35" name="Text 26"/>
          <p:cNvSpPr/>
          <p:nvPr/>
        </p:nvSpPr>
        <p:spPr>
          <a:xfrm>
            <a:off x="8503920" y="4873752"/>
            <a:ext cx="2359152" cy="283464"/>
          </a:xfrm>
          <a:prstGeom prst="rect">
            <a:avLst/>
          </a:prstGeom>
          <a:noFill/>
        </p:spPr>
        <p:txBody>
          <a:bodyPr wrap="square" lIns="0" tIns="0" rIns="0" bIns="0" rtlCol="0" anchor="ctr">
            <a:normAutofit/>
          </a:bodyPr>
          <a:lstStyle/>
          <a:p>
            <a:pPr marL="0" indent="0">
              <a:buNone/>
            </a:pPr>
            <a:r>
              <a:rPr lang="en-US" sz="1160" b="1" dirty="0">
                <a:solidFill>
                  <a:srgbClr val="12212F"/>
                </a:solidFill>
                <a:latin typeface="Arial" panose="020B0604020202020204" pitchFamily="34" charset="0"/>
                <a:ea typeface="Arial" panose="020B0604020202020204" pitchFamily="34" charset="0"/>
                <a:cs typeface="Arial" panose="020B0604020202020204" pitchFamily="34" charset="0"/>
              </a:rPr>
              <a:t>No intelligent itinerary automation</a:t>
            </a:r>
            <a:endParaRPr lang="en-US" sz="1160" dirty="0"/>
          </a:p>
        </p:txBody>
      </p:sp>
      <p:sp>
        <p:nvSpPr>
          <p:cNvPr id="36" name="Shape 27"/>
          <p:cNvSpPr/>
          <p:nvPr/>
        </p:nvSpPr>
        <p:spPr>
          <a:xfrm>
            <a:off x="2185416" y="5705856"/>
            <a:ext cx="7818120" cy="384048"/>
          </a:xfrm>
          <a:prstGeom prst="roundRect">
            <a:avLst>
              <a:gd name="adj" fmla="val 28571"/>
            </a:avLst>
          </a:prstGeom>
          <a:solidFill>
            <a:srgbClr val="0B1F33"/>
          </a:solidFill>
          <a:ln w="12700">
            <a:solidFill>
              <a:srgbClr val="0B1F33">
                <a:alpha val="0"/>
              </a:srgbClr>
            </a:solidFill>
            <a:prstDash val="solid"/>
          </a:ln>
        </p:spPr>
      </p:sp>
      <p:sp>
        <p:nvSpPr>
          <p:cNvPr id="37" name="Text 28"/>
          <p:cNvSpPr/>
          <p:nvPr/>
        </p:nvSpPr>
        <p:spPr>
          <a:xfrm>
            <a:off x="2423160" y="5815584"/>
            <a:ext cx="7333488" cy="146304"/>
          </a:xfrm>
          <a:prstGeom prst="rect">
            <a:avLst/>
          </a:prstGeom>
          <a:noFill/>
        </p:spPr>
        <p:txBody>
          <a:bodyPr wrap="square" lIns="0" tIns="0" rIns="0" bIns="0" rtlCol="0" anchor="ctr"/>
          <a:lstStyle/>
          <a:p>
            <a:pPr marL="0" indent="0" algn="ctr">
              <a:buNone/>
            </a:pPr>
            <a:r>
              <a:rPr lang="en-US" sz="1020" b="1" dirty="0">
                <a:solidFill>
                  <a:srgbClr val="FFFFFF"/>
                </a:solidFill>
                <a:latin typeface="Arial" panose="020B0604020202020204" pitchFamily="34" charset="0"/>
                <a:ea typeface="Arial" panose="020B0604020202020204" pitchFamily="34" charset="0"/>
                <a:cs typeface="Arial" panose="020B0604020202020204" pitchFamily="34" charset="0"/>
              </a:rPr>
              <a:t>Wandora’s opportunity: connect planning, AI, and collaboration in one workflow.</a:t>
            </a:r>
            <a:endParaRPr lang="en-US" sz="1020" dirty="0"/>
          </a:p>
        </p:txBody>
      </p:sp>
      <p:sp>
        <p:nvSpPr>
          <p:cNvPr id="38" name="Text 29"/>
          <p:cNvSpPr/>
          <p:nvPr/>
        </p:nvSpPr>
        <p:spPr>
          <a:xfrm>
            <a:off x="7498080" y="6419088"/>
            <a:ext cx="3657600" cy="164592"/>
          </a:xfrm>
          <a:prstGeom prst="rect">
            <a:avLst/>
          </a:prstGeom>
          <a:noFill/>
        </p:spPr>
        <p:txBody>
          <a:bodyPr wrap="square" lIns="0" tIns="0" rIns="0" bIns="0" rtlCol="0" anchor="ctr"/>
          <a:lstStyle/>
          <a:p>
            <a:pPr marL="0" indent="0" algn="r">
              <a:buNone/>
            </a:pPr>
            <a:r>
              <a:rPr lang="en-US" sz="720" dirty="0">
                <a:solidFill>
                  <a:srgbClr val="82909D"/>
                </a:solidFill>
                <a:latin typeface="Arial" panose="020B0604020202020204" pitchFamily="34" charset="0"/>
                <a:ea typeface="Arial" panose="020B0604020202020204" pitchFamily="34" charset="0"/>
                <a:cs typeface="Arial" panose="020B0604020202020204" pitchFamily="34" charset="0"/>
              </a:rPr>
              <a:t>Source: Vision Document v1.1</a:t>
            </a:r>
            <a:endParaRPr lang="en-US" sz="720" dirty="0"/>
          </a:p>
        </p:txBody>
      </p:sp>
      <p:sp>
        <p:nvSpPr>
          <p:cNvPr id="39" name="Slide Number Placeholder 0"/>
          <p:cNvSpPr>
            <a:spLocks noGrp="1"/>
          </p:cNvSpPr>
          <p:nvPr>
            <p:ph type="sldNum" sz="quarter" idx="4294967295"/>
          </p:nvPr>
        </p:nvSpPr>
        <p:spPr>
          <a:xfrm>
            <a:off x="11384280" y="6409944"/>
            <a:ext cx="347472" cy="164592"/>
          </a:xfrm>
          <a:prstGeom prst="rect">
            <a:avLst/>
          </a:prstGeom>
        </p:spPr>
        <p:txBody>
          <a:bodyPr lIns="0" tIns="0" rIns="0" bIns="0"/>
          <a:lstStyle>
            <a:lvl1pPr>
              <a:defRPr sz="750">
                <a:solidFill>
                  <a:srgbClr val="687584"/>
                </a:solidFill>
                <a:latin typeface="Noto Sans"/>
                <a:ea typeface="Noto Sans"/>
                <a:cs typeface="Noto Sans"/>
              </a:defRPr>
            </a:lvl1pPr>
          </a:lstStyle>
          <a:p>
            <a:pPr algn="r"/>
            <a:fld id="{F7021451-1387-4CA6-816F-3879F97B5CBC}" type="slidenum">
              <a:rPr lang="en-US" b="0"/>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66928" y="411480"/>
            <a:ext cx="3931920" cy="201168"/>
          </a:xfrm>
          <a:prstGeom prst="rect">
            <a:avLst/>
          </a:prstGeom>
          <a:noFill/>
        </p:spPr>
        <p:txBody>
          <a:bodyPr wrap="square" lIns="0" tIns="0" rIns="0" bIns="0" rtlCol="0" anchor="ctr"/>
          <a:lstStyle/>
          <a:p>
            <a:pPr marL="0" indent="0">
              <a:buNone/>
            </a:pPr>
            <a:r>
              <a:rPr lang="en-US" sz="1000" b="1" kern="0" spc="110" dirty="0">
                <a:solidFill>
                  <a:srgbClr val="FF6B3D"/>
                </a:solidFill>
                <a:latin typeface="Arial" panose="020B0604020202020204" pitchFamily="34" charset="0"/>
                <a:ea typeface="Arial" panose="020B0604020202020204" pitchFamily="34" charset="0"/>
                <a:cs typeface="Arial" panose="020B0604020202020204" pitchFamily="34" charset="0"/>
              </a:rPr>
              <a:t>PROJECT MANAGEMENT</a:t>
            </a:r>
            <a:endParaRPr lang="en-US" sz="1000" dirty="0"/>
          </a:p>
        </p:txBody>
      </p:sp>
      <p:sp>
        <p:nvSpPr>
          <p:cNvPr id="3" name="Text 1"/>
          <p:cNvSpPr/>
          <p:nvPr/>
        </p:nvSpPr>
        <p:spPr>
          <a:xfrm>
            <a:off x="566928" y="713232"/>
            <a:ext cx="10835640" cy="548640"/>
          </a:xfrm>
          <a:prstGeom prst="rect">
            <a:avLst/>
          </a:prstGeom>
          <a:noFill/>
        </p:spPr>
        <p:txBody>
          <a:bodyPr wrap="square" lIns="0" tIns="0" rIns="0" bIns="0" rtlCol="0" anchor="ctr"/>
          <a:lstStyle/>
          <a:p>
            <a:pPr marL="0" indent="0">
              <a:buNone/>
            </a:pPr>
            <a:r>
              <a:rPr lang="en-US" sz="2700" b="1" dirty="0">
                <a:solidFill>
                  <a:srgbClr val="12212F"/>
                </a:solidFill>
                <a:latin typeface="Arial" panose="020B0604020202020204" pitchFamily="34" charset="0"/>
                <a:ea typeface="Arial" panose="020B0604020202020204" pitchFamily="34" charset="0"/>
                <a:cs typeface="Arial" panose="020B0604020202020204" pitchFamily="34" charset="0"/>
              </a:rPr>
              <a:t>Team Structure &amp; Responsibilities</a:t>
            </a:r>
            <a:endParaRPr lang="en-US" sz="2700" dirty="0"/>
          </a:p>
        </p:txBody>
      </p:sp>
      <p:sp>
        <p:nvSpPr>
          <p:cNvPr id="4" name="Text 2"/>
          <p:cNvSpPr/>
          <p:nvPr/>
        </p:nvSpPr>
        <p:spPr>
          <a:xfrm>
            <a:off x="566928" y="1316736"/>
            <a:ext cx="10515600" cy="420624"/>
          </a:xfrm>
          <a:prstGeom prst="rect">
            <a:avLst/>
          </a:prstGeom>
          <a:noFill/>
        </p:spPr>
        <p:txBody>
          <a:bodyPr wrap="square" lIns="0" tIns="0" rIns="0" bIns="0" rtlCol="0" anchor="ctr"/>
          <a:lstStyle/>
          <a:p>
            <a:pPr marL="0" indent="0">
              <a:buNone/>
            </a:pPr>
            <a:r>
              <a:rPr lang="en-US" sz="1300" dirty="0">
                <a:solidFill>
                  <a:srgbClr val="687584"/>
                </a:solidFill>
                <a:latin typeface="Arial" panose="020B0604020202020204" pitchFamily="34" charset="0"/>
                <a:ea typeface="Arial" panose="020B0604020202020204" pitchFamily="34" charset="0"/>
                <a:cs typeface="Arial" panose="020B0604020202020204" pitchFamily="34" charset="0"/>
              </a:rPr>
              <a:t>Specialized roles support parallel development across the system.</a:t>
            </a:r>
            <a:endParaRPr lang="en-US" sz="1300" dirty="0"/>
          </a:p>
        </p:txBody>
      </p:sp>
      <p:sp>
        <p:nvSpPr>
          <p:cNvPr id="5" name="Shape 3"/>
          <p:cNvSpPr/>
          <p:nvPr/>
        </p:nvSpPr>
        <p:spPr>
          <a:xfrm>
            <a:off x="612648" y="1993392"/>
            <a:ext cx="2578608" cy="2688336"/>
          </a:xfrm>
          <a:prstGeom prst="roundRect">
            <a:avLst>
              <a:gd name="adj" fmla="val 4965"/>
            </a:avLst>
          </a:prstGeom>
          <a:solidFill>
            <a:srgbClr val="FFFFFF"/>
          </a:solidFill>
          <a:ln w="12700">
            <a:solidFill>
              <a:srgbClr val="E1E6E9"/>
            </a:solidFill>
            <a:prstDash val="solid"/>
          </a:ln>
          <a:effectLst>
            <a:outerShdw blurRad="-2147483648" dist="-2147483648" dir="7" algn="bl" rotWithShape="0">
              <a:srgbClr val="000000">
                <a:alpha val="1"/>
              </a:srgbClr>
            </a:outerShdw>
          </a:effectLst>
        </p:spPr>
      </p:sp>
      <p:sp>
        <p:nvSpPr>
          <p:cNvPr id="6" name="Shape 4"/>
          <p:cNvSpPr/>
          <p:nvPr/>
        </p:nvSpPr>
        <p:spPr>
          <a:xfrm>
            <a:off x="813816" y="2276856"/>
            <a:ext cx="694944" cy="694944"/>
          </a:xfrm>
          <a:prstGeom prst="ellipse">
            <a:avLst/>
          </a:prstGeom>
          <a:solidFill>
            <a:srgbClr val="FFE9DE"/>
          </a:solidFill>
          <a:ln w="15240">
            <a:solidFill>
              <a:srgbClr val="FF6B3D"/>
            </a:solidFill>
            <a:prstDash val="solid"/>
          </a:ln>
        </p:spPr>
      </p:sp>
      <p:sp>
        <p:nvSpPr>
          <p:cNvPr id="7" name="Text 5"/>
          <p:cNvSpPr/>
          <p:nvPr/>
        </p:nvSpPr>
        <p:spPr>
          <a:xfrm>
            <a:off x="813816" y="2459736"/>
            <a:ext cx="694944" cy="201168"/>
          </a:xfrm>
          <a:prstGeom prst="rect">
            <a:avLst/>
          </a:prstGeom>
          <a:noFill/>
        </p:spPr>
        <p:txBody>
          <a:bodyPr wrap="square" lIns="0" tIns="0" rIns="0" bIns="0" rtlCol="0" anchor="ctr"/>
          <a:lstStyle/>
          <a:p>
            <a:pPr marL="0" indent="0" algn="ctr">
              <a:buNone/>
            </a:pPr>
            <a:r>
              <a:rPr lang="en-US" sz="1300" b="1" dirty="0">
                <a:solidFill>
                  <a:srgbClr val="FF6B3D"/>
                </a:solidFill>
                <a:latin typeface="Arial" panose="020B0604020202020204" pitchFamily="34" charset="0"/>
                <a:ea typeface="Arial" panose="020B0604020202020204" pitchFamily="34" charset="0"/>
                <a:cs typeface="Arial" panose="020B0604020202020204" pitchFamily="34" charset="0"/>
              </a:rPr>
              <a:t>LH</a:t>
            </a:r>
            <a:endParaRPr lang="en-US" sz="1300" dirty="0"/>
          </a:p>
        </p:txBody>
      </p:sp>
      <p:sp>
        <p:nvSpPr>
          <p:cNvPr id="8" name="Text 6"/>
          <p:cNvSpPr/>
          <p:nvPr/>
        </p:nvSpPr>
        <p:spPr>
          <a:xfrm>
            <a:off x="813816" y="3172968"/>
            <a:ext cx="2103120" cy="310896"/>
          </a:xfrm>
          <a:prstGeom prst="rect">
            <a:avLst/>
          </a:prstGeom>
          <a:noFill/>
        </p:spPr>
        <p:txBody>
          <a:bodyPr wrap="square" lIns="0" tIns="0" rIns="0" bIns="0" rtlCol="0" anchor="ctr">
            <a:normAutofit/>
          </a:bodyPr>
          <a:lstStyle/>
          <a:p>
            <a:pPr marL="0" indent="0">
              <a:buNone/>
            </a:pPr>
            <a:r>
              <a:rPr lang="en-US" sz="1420" b="1" dirty="0">
                <a:solidFill>
                  <a:srgbClr val="12212F"/>
                </a:solidFill>
                <a:latin typeface="Arial" panose="020B0604020202020204" pitchFamily="34" charset="0"/>
                <a:ea typeface="Arial" panose="020B0604020202020204" pitchFamily="34" charset="0"/>
                <a:cs typeface="Arial" panose="020B0604020202020204" pitchFamily="34" charset="0"/>
              </a:rPr>
              <a:t>Lê Thanh Hải</a:t>
            </a:r>
            <a:endParaRPr lang="en-US" sz="1420" dirty="0"/>
          </a:p>
        </p:txBody>
      </p:sp>
      <p:sp>
        <p:nvSpPr>
          <p:cNvPr id="9" name="Text 7"/>
          <p:cNvSpPr/>
          <p:nvPr/>
        </p:nvSpPr>
        <p:spPr>
          <a:xfrm>
            <a:off x="813816" y="3584448"/>
            <a:ext cx="2103120" cy="329184"/>
          </a:xfrm>
          <a:prstGeom prst="rect">
            <a:avLst/>
          </a:prstGeom>
          <a:noFill/>
        </p:spPr>
        <p:txBody>
          <a:bodyPr wrap="square" lIns="0" tIns="0" rIns="0" bIns="0" rtlCol="0" anchor="ctr">
            <a:normAutofit/>
          </a:bodyPr>
          <a:lstStyle/>
          <a:p>
            <a:pPr marL="0" indent="0">
              <a:buNone/>
            </a:pPr>
            <a:r>
              <a:rPr lang="en-US" sz="960" b="1" dirty="0">
                <a:solidFill>
                  <a:srgbClr val="FF6B3D"/>
                </a:solidFill>
                <a:latin typeface="Arial" panose="020B0604020202020204" pitchFamily="34" charset="0"/>
                <a:ea typeface="Arial" panose="020B0604020202020204" pitchFamily="34" charset="0"/>
                <a:cs typeface="Arial" panose="020B0604020202020204" pitchFamily="34" charset="0"/>
              </a:rPr>
              <a:t>Leader / Developer</a:t>
            </a:r>
            <a:endParaRPr lang="en-US" sz="960" dirty="0"/>
          </a:p>
        </p:txBody>
      </p:sp>
      <p:sp>
        <p:nvSpPr>
          <p:cNvPr id="10" name="Text 8"/>
          <p:cNvSpPr/>
          <p:nvPr/>
        </p:nvSpPr>
        <p:spPr>
          <a:xfrm>
            <a:off x="813816" y="4014216"/>
            <a:ext cx="2103120" cy="475488"/>
          </a:xfrm>
          <a:prstGeom prst="rect">
            <a:avLst/>
          </a:prstGeom>
          <a:noFill/>
        </p:spPr>
        <p:txBody>
          <a:bodyPr wrap="square" lIns="0" tIns="0" rIns="0" bIns="0" rtlCol="0" anchor="ctr">
            <a:normAutofit/>
          </a:bodyPr>
          <a:lstStyle/>
          <a:p>
            <a:pPr marL="0" indent="0">
              <a:buNone/>
            </a:pPr>
            <a:r>
              <a:rPr lang="en-US" sz="960" dirty="0">
                <a:solidFill>
                  <a:srgbClr val="687584"/>
                </a:solidFill>
                <a:latin typeface="Arial" panose="020B0604020202020204" pitchFamily="34" charset="0"/>
                <a:ea typeface="Arial" panose="020B0604020202020204" pitchFamily="34" charset="0"/>
                <a:cs typeface="Arial" panose="020B0604020202020204" pitchFamily="34" charset="0"/>
              </a:rPr>
              <a:t>Frontend, Backend and AI Integration</a:t>
            </a:r>
            <a:endParaRPr lang="en-US" sz="960" dirty="0"/>
          </a:p>
        </p:txBody>
      </p:sp>
      <p:sp>
        <p:nvSpPr>
          <p:cNvPr id="11" name="Shape 9"/>
          <p:cNvSpPr/>
          <p:nvPr/>
        </p:nvSpPr>
        <p:spPr>
          <a:xfrm>
            <a:off x="3493008" y="1993392"/>
            <a:ext cx="2578608" cy="2688336"/>
          </a:xfrm>
          <a:prstGeom prst="roundRect">
            <a:avLst>
              <a:gd name="adj" fmla="val 4965"/>
            </a:avLst>
          </a:prstGeom>
          <a:solidFill>
            <a:srgbClr val="FFFFFF"/>
          </a:solidFill>
          <a:ln w="12700">
            <a:solidFill>
              <a:srgbClr val="E1E6E9"/>
            </a:solidFill>
            <a:prstDash val="solid"/>
          </a:ln>
          <a:effectLst>
            <a:outerShdw blurRad="-2147483648" dist="-2147483648" dir="4" algn="bl" rotWithShape="0">
              <a:srgbClr val="000000">
                <a:alpha val="1"/>
              </a:srgbClr>
            </a:outerShdw>
          </a:effectLst>
        </p:spPr>
      </p:sp>
      <p:sp>
        <p:nvSpPr>
          <p:cNvPr id="12" name="Shape 10"/>
          <p:cNvSpPr/>
          <p:nvPr/>
        </p:nvSpPr>
        <p:spPr>
          <a:xfrm>
            <a:off x="3694176" y="2276856"/>
            <a:ext cx="694944" cy="694944"/>
          </a:xfrm>
          <a:prstGeom prst="ellipse">
            <a:avLst/>
          </a:prstGeom>
          <a:solidFill>
            <a:srgbClr val="DDF5F1"/>
          </a:solidFill>
          <a:ln w="15240">
            <a:solidFill>
              <a:srgbClr val="1BB5A8"/>
            </a:solidFill>
            <a:prstDash val="solid"/>
          </a:ln>
        </p:spPr>
      </p:sp>
      <p:sp>
        <p:nvSpPr>
          <p:cNvPr id="13" name="Text 11"/>
          <p:cNvSpPr/>
          <p:nvPr/>
        </p:nvSpPr>
        <p:spPr>
          <a:xfrm>
            <a:off x="3694176" y="2459736"/>
            <a:ext cx="694944" cy="201168"/>
          </a:xfrm>
          <a:prstGeom prst="rect">
            <a:avLst/>
          </a:prstGeom>
          <a:noFill/>
        </p:spPr>
        <p:txBody>
          <a:bodyPr wrap="square" lIns="0" tIns="0" rIns="0" bIns="0" rtlCol="0" anchor="ctr"/>
          <a:lstStyle/>
          <a:p>
            <a:pPr marL="0" indent="0" algn="ctr">
              <a:buNone/>
            </a:pPr>
            <a:r>
              <a:rPr lang="en-US" sz="1300" b="1" dirty="0">
                <a:solidFill>
                  <a:srgbClr val="1BB5A8"/>
                </a:solidFill>
                <a:latin typeface="Arial" panose="020B0604020202020204" pitchFamily="34" charset="0"/>
                <a:ea typeface="Arial" panose="020B0604020202020204" pitchFamily="34" charset="0"/>
                <a:cs typeface="Arial" panose="020B0604020202020204" pitchFamily="34" charset="0"/>
              </a:rPr>
              <a:t>BA</a:t>
            </a:r>
            <a:endParaRPr lang="en-US" sz="1300" dirty="0"/>
          </a:p>
        </p:txBody>
      </p:sp>
      <p:sp>
        <p:nvSpPr>
          <p:cNvPr id="14" name="Text 12"/>
          <p:cNvSpPr/>
          <p:nvPr/>
        </p:nvSpPr>
        <p:spPr>
          <a:xfrm>
            <a:off x="3694176" y="3172968"/>
            <a:ext cx="2103120" cy="310896"/>
          </a:xfrm>
          <a:prstGeom prst="rect">
            <a:avLst/>
          </a:prstGeom>
          <a:noFill/>
        </p:spPr>
        <p:txBody>
          <a:bodyPr wrap="square" lIns="0" tIns="0" rIns="0" bIns="0" rtlCol="0" anchor="ctr">
            <a:normAutofit/>
          </a:bodyPr>
          <a:lstStyle/>
          <a:p>
            <a:pPr marL="0" indent="0">
              <a:buNone/>
            </a:pPr>
            <a:r>
              <a:rPr lang="en-US" sz="1420" b="1" dirty="0">
                <a:solidFill>
                  <a:srgbClr val="12212F"/>
                </a:solidFill>
                <a:latin typeface="Arial" panose="020B0604020202020204" pitchFamily="34" charset="0"/>
                <a:ea typeface="Arial" panose="020B0604020202020204" pitchFamily="34" charset="0"/>
                <a:cs typeface="Arial" panose="020B0604020202020204" pitchFamily="34" charset="0"/>
              </a:rPr>
              <a:t>Bùi Thế Anh</a:t>
            </a:r>
            <a:endParaRPr lang="en-US" sz="1420" dirty="0"/>
          </a:p>
        </p:txBody>
      </p:sp>
      <p:sp>
        <p:nvSpPr>
          <p:cNvPr id="15" name="Text 13"/>
          <p:cNvSpPr/>
          <p:nvPr/>
        </p:nvSpPr>
        <p:spPr>
          <a:xfrm>
            <a:off x="3694176" y="3584448"/>
            <a:ext cx="2103120" cy="329184"/>
          </a:xfrm>
          <a:prstGeom prst="rect">
            <a:avLst/>
          </a:prstGeom>
          <a:noFill/>
        </p:spPr>
        <p:txBody>
          <a:bodyPr wrap="square" lIns="0" tIns="0" rIns="0" bIns="0" rtlCol="0" anchor="ctr">
            <a:normAutofit/>
          </a:bodyPr>
          <a:lstStyle/>
          <a:p>
            <a:pPr marL="0" indent="0">
              <a:buNone/>
            </a:pPr>
            <a:r>
              <a:rPr lang="en-US" sz="960" b="1" dirty="0">
                <a:solidFill>
                  <a:srgbClr val="1BB5A8"/>
                </a:solidFill>
                <a:latin typeface="Arial" panose="020B0604020202020204" pitchFamily="34" charset="0"/>
                <a:ea typeface="Arial" panose="020B0604020202020204" pitchFamily="34" charset="0"/>
                <a:cs typeface="Arial" panose="020B0604020202020204" pitchFamily="34" charset="0"/>
              </a:rPr>
              <a:t>Architecture</a:t>
            </a:r>
            <a:endParaRPr lang="en-US" sz="960" dirty="0"/>
          </a:p>
        </p:txBody>
      </p:sp>
      <p:sp>
        <p:nvSpPr>
          <p:cNvPr id="16" name="Text 14"/>
          <p:cNvSpPr/>
          <p:nvPr/>
        </p:nvSpPr>
        <p:spPr>
          <a:xfrm>
            <a:off x="3694176" y="4014216"/>
            <a:ext cx="2103120" cy="475488"/>
          </a:xfrm>
          <a:prstGeom prst="rect">
            <a:avLst/>
          </a:prstGeom>
          <a:noFill/>
        </p:spPr>
        <p:txBody>
          <a:bodyPr wrap="square" lIns="0" tIns="0" rIns="0" bIns="0" rtlCol="0" anchor="ctr">
            <a:normAutofit/>
          </a:bodyPr>
          <a:lstStyle/>
          <a:p>
            <a:pPr marL="0" indent="0">
              <a:buNone/>
            </a:pPr>
            <a:r>
              <a:rPr lang="en-US" sz="960" dirty="0">
                <a:solidFill>
                  <a:srgbClr val="687584"/>
                </a:solidFill>
                <a:latin typeface="Arial" panose="020B0604020202020204" pitchFamily="34" charset="0"/>
                <a:ea typeface="Arial" panose="020B0604020202020204" pitchFamily="34" charset="0"/>
                <a:cs typeface="Arial" panose="020B0604020202020204" pitchFamily="34" charset="0"/>
              </a:rPr>
              <a:t>System design &amp; persistence</a:t>
            </a:r>
            <a:endParaRPr lang="en-US" sz="960" dirty="0"/>
          </a:p>
        </p:txBody>
      </p:sp>
      <p:sp>
        <p:nvSpPr>
          <p:cNvPr id="17" name="Shape 15"/>
          <p:cNvSpPr/>
          <p:nvPr/>
        </p:nvSpPr>
        <p:spPr>
          <a:xfrm>
            <a:off x="6373368" y="1993392"/>
            <a:ext cx="2578608" cy="2688336"/>
          </a:xfrm>
          <a:prstGeom prst="roundRect">
            <a:avLst>
              <a:gd name="adj" fmla="val 4965"/>
            </a:avLst>
          </a:prstGeom>
          <a:solidFill>
            <a:srgbClr val="FFFFFF"/>
          </a:solidFill>
          <a:ln w="12700">
            <a:solidFill>
              <a:srgbClr val="E1E6E9"/>
            </a:solidFill>
            <a:prstDash val="solid"/>
          </a:ln>
          <a:effectLst>
            <a:outerShdw blurRad="-2147483648" dist="-2147483648" dir="2" algn="bl" rotWithShape="0">
              <a:srgbClr val="000000">
                <a:alpha val="1"/>
              </a:srgbClr>
            </a:outerShdw>
          </a:effectLst>
        </p:spPr>
      </p:sp>
      <p:sp>
        <p:nvSpPr>
          <p:cNvPr id="18" name="Shape 16"/>
          <p:cNvSpPr/>
          <p:nvPr/>
        </p:nvSpPr>
        <p:spPr>
          <a:xfrm>
            <a:off x="6574536" y="2276856"/>
            <a:ext cx="694944" cy="694944"/>
          </a:xfrm>
          <a:prstGeom prst="ellipse">
            <a:avLst/>
          </a:prstGeom>
          <a:solidFill>
            <a:srgbClr val="E5F2FF"/>
          </a:solidFill>
          <a:ln w="15240">
            <a:solidFill>
              <a:srgbClr val="62B4FF"/>
            </a:solidFill>
            <a:prstDash val="solid"/>
          </a:ln>
        </p:spPr>
      </p:sp>
      <p:sp>
        <p:nvSpPr>
          <p:cNvPr id="19" name="Text 17"/>
          <p:cNvSpPr/>
          <p:nvPr/>
        </p:nvSpPr>
        <p:spPr>
          <a:xfrm>
            <a:off x="6574536" y="2459736"/>
            <a:ext cx="694944" cy="201168"/>
          </a:xfrm>
          <a:prstGeom prst="rect">
            <a:avLst/>
          </a:prstGeom>
          <a:noFill/>
        </p:spPr>
        <p:txBody>
          <a:bodyPr wrap="square" lIns="0" tIns="0" rIns="0" bIns="0" rtlCol="0" anchor="ctr"/>
          <a:lstStyle/>
          <a:p>
            <a:pPr marL="0" indent="0" algn="ctr">
              <a:buNone/>
            </a:pPr>
            <a:r>
              <a:rPr lang="en-US" sz="1300" b="1" dirty="0">
                <a:solidFill>
                  <a:srgbClr val="62B4FF"/>
                </a:solidFill>
                <a:latin typeface="Arial" panose="020B0604020202020204" pitchFamily="34" charset="0"/>
                <a:ea typeface="Arial" panose="020B0604020202020204" pitchFamily="34" charset="0"/>
                <a:cs typeface="Arial" panose="020B0604020202020204" pitchFamily="34" charset="0"/>
              </a:rPr>
              <a:t>DM</a:t>
            </a:r>
            <a:endParaRPr lang="en-US" sz="1300" dirty="0"/>
          </a:p>
        </p:txBody>
      </p:sp>
      <p:sp>
        <p:nvSpPr>
          <p:cNvPr id="20" name="Text 18"/>
          <p:cNvSpPr/>
          <p:nvPr/>
        </p:nvSpPr>
        <p:spPr>
          <a:xfrm>
            <a:off x="6574536" y="3172968"/>
            <a:ext cx="2103120" cy="310896"/>
          </a:xfrm>
          <a:prstGeom prst="rect">
            <a:avLst/>
          </a:prstGeom>
          <a:noFill/>
        </p:spPr>
        <p:txBody>
          <a:bodyPr wrap="square" lIns="0" tIns="0" rIns="0" bIns="0" rtlCol="0" anchor="ctr">
            <a:normAutofit/>
          </a:bodyPr>
          <a:lstStyle/>
          <a:p>
            <a:pPr marL="0" indent="0">
              <a:buNone/>
            </a:pPr>
            <a:r>
              <a:rPr lang="en-US" sz="1420" b="1" dirty="0">
                <a:solidFill>
                  <a:srgbClr val="12212F"/>
                </a:solidFill>
                <a:latin typeface="Arial" panose="020B0604020202020204" pitchFamily="34" charset="0"/>
                <a:ea typeface="Arial" panose="020B0604020202020204" pitchFamily="34" charset="0"/>
                <a:cs typeface="Arial" panose="020B0604020202020204" pitchFamily="34" charset="0"/>
              </a:rPr>
              <a:t>Đặng Nhật Minh</a:t>
            </a:r>
            <a:endParaRPr lang="en-US" sz="1420" dirty="0"/>
          </a:p>
        </p:txBody>
      </p:sp>
      <p:sp>
        <p:nvSpPr>
          <p:cNvPr id="21" name="Text 19"/>
          <p:cNvSpPr/>
          <p:nvPr/>
        </p:nvSpPr>
        <p:spPr>
          <a:xfrm>
            <a:off x="6574536" y="3584448"/>
            <a:ext cx="2103120" cy="329184"/>
          </a:xfrm>
          <a:prstGeom prst="rect">
            <a:avLst/>
          </a:prstGeom>
          <a:noFill/>
        </p:spPr>
        <p:txBody>
          <a:bodyPr wrap="square" lIns="0" tIns="0" rIns="0" bIns="0" rtlCol="0" anchor="ctr">
            <a:normAutofit/>
          </a:bodyPr>
          <a:lstStyle/>
          <a:p>
            <a:pPr marL="0" indent="0">
              <a:buNone/>
            </a:pPr>
            <a:r>
              <a:rPr lang="en-US" sz="960" b="1" dirty="0">
                <a:solidFill>
                  <a:srgbClr val="62B4FF"/>
                </a:solidFill>
                <a:latin typeface="Arial" panose="020B0604020202020204" pitchFamily="34" charset="0"/>
                <a:ea typeface="Arial" panose="020B0604020202020204" pitchFamily="34" charset="0"/>
                <a:cs typeface="Arial" panose="020B0604020202020204" pitchFamily="34" charset="0"/>
              </a:rPr>
              <a:t>Backend Developer</a:t>
            </a:r>
            <a:endParaRPr lang="en-US" sz="960" dirty="0"/>
          </a:p>
        </p:txBody>
      </p:sp>
      <p:sp>
        <p:nvSpPr>
          <p:cNvPr id="22" name="Text 20"/>
          <p:cNvSpPr/>
          <p:nvPr/>
        </p:nvSpPr>
        <p:spPr>
          <a:xfrm>
            <a:off x="6574536" y="4014216"/>
            <a:ext cx="2103120" cy="475488"/>
          </a:xfrm>
          <a:prstGeom prst="rect">
            <a:avLst/>
          </a:prstGeom>
          <a:noFill/>
        </p:spPr>
        <p:txBody>
          <a:bodyPr wrap="square" lIns="0" tIns="0" rIns="0" bIns="0" rtlCol="0" anchor="ctr">
            <a:normAutofit/>
          </a:bodyPr>
          <a:lstStyle/>
          <a:p>
            <a:pPr marL="0" indent="0">
              <a:buNone/>
            </a:pPr>
            <a:r>
              <a:rPr lang="en-US" sz="960" dirty="0">
                <a:solidFill>
                  <a:srgbClr val="687584"/>
                </a:solidFill>
                <a:latin typeface="Arial" panose="020B0604020202020204" pitchFamily="34" charset="0"/>
                <a:ea typeface="Arial" panose="020B0604020202020204" pitchFamily="34" charset="0"/>
                <a:cs typeface="Arial" panose="020B0604020202020204" pitchFamily="34" charset="0"/>
              </a:rPr>
              <a:t>Backend implementation</a:t>
            </a:r>
            <a:endParaRPr lang="en-US" sz="960" dirty="0"/>
          </a:p>
        </p:txBody>
      </p:sp>
      <p:sp>
        <p:nvSpPr>
          <p:cNvPr id="23" name="Shape 21"/>
          <p:cNvSpPr/>
          <p:nvPr/>
        </p:nvSpPr>
        <p:spPr>
          <a:xfrm>
            <a:off x="9253728" y="1993392"/>
            <a:ext cx="2578608" cy="2688336"/>
          </a:xfrm>
          <a:prstGeom prst="roundRect">
            <a:avLst>
              <a:gd name="adj" fmla="val 4965"/>
            </a:avLst>
          </a:prstGeom>
          <a:solidFill>
            <a:srgbClr val="FFFFFF"/>
          </a:solidFill>
          <a:ln w="12700">
            <a:solidFill>
              <a:srgbClr val="E1E6E9"/>
            </a:solidFill>
            <a:prstDash val="solid"/>
          </a:ln>
          <a:effectLst>
            <a:outerShdw blurRad="-2147483648" dist="-2147483648" dir="1" algn="bl" rotWithShape="0">
              <a:srgbClr val="000000">
                <a:alpha val="1"/>
              </a:srgbClr>
            </a:outerShdw>
          </a:effectLst>
        </p:spPr>
      </p:sp>
      <p:sp>
        <p:nvSpPr>
          <p:cNvPr id="24" name="Shape 22"/>
          <p:cNvSpPr/>
          <p:nvPr/>
        </p:nvSpPr>
        <p:spPr>
          <a:xfrm>
            <a:off x="9454896" y="2276856"/>
            <a:ext cx="694944" cy="694944"/>
          </a:xfrm>
          <a:prstGeom prst="ellipse">
            <a:avLst/>
          </a:prstGeom>
          <a:solidFill>
            <a:srgbClr val="FFF3CD"/>
          </a:solidFill>
          <a:ln w="15240">
            <a:solidFill>
              <a:srgbClr val="F1C75B"/>
            </a:solidFill>
            <a:prstDash val="solid"/>
          </a:ln>
        </p:spPr>
      </p:sp>
      <p:sp>
        <p:nvSpPr>
          <p:cNvPr id="25" name="Text 23"/>
          <p:cNvSpPr/>
          <p:nvPr/>
        </p:nvSpPr>
        <p:spPr>
          <a:xfrm>
            <a:off x="9454896" y="2459736"/>
            <a:ext cx="694944" cy="201168"/>
          </a:xfrm>
          <a:prstGeom prst="rect">
            <a:avLst/>
          </a:prstGeom>
          <a:noFill/>
        </p:spPr>
        <p:txBody>
          <a:bodyPr wrap="square" lIns="0" tIns="0" rIns="0" bIns="0" rtlCol="0" anchor="ctr"/>
          <a:lstStyle/>
          <a:p>
            <a:pPr marL="0" indent="0" algn="ctr">
              <a:buNone/>
            </a:pPr>
            <a:r>
              <a:rPr lang="en-US" sz="1300" b="1" dirty="0">
                <a:solidFill>
                  <a:srgbClr val="F1C75B"/>
                </a:solidFill>
                <a:latin typeface="Arial" panose="020B0604020202020204" pitchFamily="34" charset="0"/>
                <a:ea typeface="Arial" panose="020B0604020202020204" pitchFamily="34" charset="0"/>
                <a:cs typeface="Arial" panose="020B0604020202020204" pitchFamily="34" charset="0"/>
              </a:rPr>
              <a:t>ND</a:t>
            </a:r>
            <a:endParaRPr lang="en-US" sz="1300" dirty="0"/>
          </a:p>
        </p:txBody>
      </p:sp>
      <p:sp>
        <p:nvSpPr>
          <p:cNvPr id="26" name="Text 24"/>
          <p:cNvSpPr/>
          <p:nvPr/>
        </p:nvSpPr>
        <p:spPr>
          <a:xfrm>
            <a:off x="9454896" y="3172968"/>
            <a:ext cx="2103120" cy="310896"/>
          </a:xfrm>
          <a:prstGeom prst="rect">
            <a:avLst/>
          </a:prstGeom>
          <a:noFill/>
        </p:spPr>
        <p:txBody>
          <a:bodyPr wrap="square" lIns="0" tIns="0" rIns="0" bIns="0" rtlCol="0" anchor="ctr">
            <a:normAutofit/>
          </a:bodyPr>
          <a:lstStyle/>
          <a:p>
            <a:pPr marL="0" indent="0">
              <a:buNone/>
            </a:pPr>
            <a:r>
              <a:rPr lang="en-US" sz="1420" b="1" dirty="0">
                <a:solidFill>
                  <a:srgbClr val="12212F"/>
                </a:solidFill>
                <a:latin typeface="Arial" panose="020B0604020202020204" pitchFamily="34" charset="0"/>
                <a:ea typeface="Arial" panose="020B0604020202020204" pitchFamily="34" charset="0"/>
                <a:cs typeface="Arial" panose="020B0604020202020204" pitchFamily="34" charset="0"/>
              </a:rPr>
              <a:t>Nguyễn Hoài Đức</a:t>
            </a:r>
            <a:endParaRPr lang="en-US" sz="1420" dirty="0"/>
          </a:p>
        </p:txBody>
      </p:sp>
      <p:sp>
        <p:nvSpPr>
          <p:cNvPr id="27" name="Text 25"/>
          <p:cNvSpPr/>
          <p:nvPr/>
        </p:nvSpPr>
        <p:spPr>
          <a:xfrm>
            <a:off x="9454896" y="3584448"/>
            <a:ext cx="2103120" cy="329184"/>
          </a:xfrm>
          <a:prstGeom prst="rect">
            <a:avLst/>
          </a:prstGeom>
          <a:noFill/>
        </p:spPr>
        <p:txBody>
          <a:bodyPr wrap="square" lIns="0" tIns="0" rIns="0" bIns="0" rtlCol="0" anchor="ctr">
            <a:normAutofit/>
          </a:bodyPr>
          <a:lstStyle/>
          <a:p>
            <a:pPr marL="0" indent="0">
              <a:buNone/>
            </a:pPr>
            <a:r>
              <a:rPr lang="en-US" sz="960" b="1" dirty="0">
                <a:solidFill>
                  <a:srgbClr val="F1C75B"/>
                </a:solidFill>
                <a:latin typeface="Arial" panose="020B0604020202020204" pitchFamily="34" charset="0"/>
                <a:ea typeface="Arial" panose="020B0604020202020204" pitchFamily="34" charset="0"/>
                <a:cs typeface="Arial" panose="020B0604020202020204" pitchFamily="34" charset="0"/>
              </a:rPr>
              <a:t>Quality Assurance</a:t>
            </a:r>
            <a:endParaRPr lang="en-US" sz="960" dirty="0"/>
          </a:p>
        </p:txBody>
      </p:sp>
      <p:sp>
        <p:nvSpPr>
          <p:cNvPr id="28" name="Text 26"/>
          <p:cNvSpPr/>
          <p:nvPr/>
        </p:nvSpPr>
        <p:spPr>
          <a:xfrm>
            <a:off x="9454896" y="4014216"/>
            <a:ext cx="2103120" cy="475488"/>
          </a:xfrm>
          <a:prstGeom prst="rect">
            <a:avLst/>
          </a:prstGeom>
          <a:noFill/>
        </p:spPr>
        <p:txBody>
          <a:bodyPr wrap="square" lIns="0" tIns="0" rIns="0" bIns="0" rtlCol="0" anchor="ctr">
            <a:normAutofit/>
          </a:bodyPr>
          <a:lstStyle/>
          <a:p>
            <a:pPr marL="0" indent="0">
              <a:buNone/>
            </a:pPr>
            <a:r>
              <a:rPr lang="en-US" sz="960" dirty="0">
                <a:solidFill>
                  <a:srgbClr val="687584"/>
                </a:solidFill>
                <a:latin typeface="Arial" panose="020B0604020202020204" pitchFamily="34" charset="0"/>
                <a:ea typeface="Arial" panose="020B0604020202020204" pitchFamily="34" charset="0"/>
                <a:cs typeface="Arial" panose="020B0604020202020204" pitchFamily="34" charset="0"/>
              </a:rPr>
              <a:t>Tester &amp; documentation</a:t>
            </a:r>
            <a:endParaRPr lang="en-US" sz="960" dirty="0"/>
          </a:p>
        </p:txBody>
      </p:sp>
      <p:sp>
        <p:nvSpPr>
          <p:cNvPr id="29" name="Shape 27"/>
          <p:cNvSpPr/>
          <p:nvPr/>
        </p:nvSpPr>
        <p:spPr>
          <a:xfrm>
            <a:off x="612648" y="5001768"/>
            <a:ext cx="5394960" cy="768096"/>
          </a:xfrm>
          <a:prstGeom prst="roundRect">
            <a:avLst>
              <a:gd name="adj" fmla="val 14286"/>
            </a:avLst>
          </a:prstGeom>
          <a:solidFill>
            <a:srgbClr val="EDF2F5"/>
          </a:solidFill>
          <a:ln w="12700">
            <a:solidFill>
              <a:srgbClr val="EDF2F5">
                <a:alpha val="0"/>
              </a:srgbClr>
            </a:solidFill>
            <a:prstDash val="solid"/>
          </a:ln>
        </p:spPr>
      </p:sp>
      <p:pic>
        <p:nvPicPr>
          <p:cNvPr id="30" name="Image 0" descr="preencoded.png"/>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868680" y="5239512"/>
            <a:ext cx="237744" cy="237744"/>
          </a:xfrm>
          <a:prstGeom prst="rect">
            <a:avLst/>
          </a:prstGeom>
        </p:spPr>
      </p:pic>
      <p:sp>
        <p:nvSpPr>
          <p:cNvPr id="31" name="Text 28"/>
          <p:cNvSpPr/>
          <p:nvPr/>
        </p:nvSpPr>
        <p:spPr>
          <a:xfrm>
            <a:off x="1243584" y="5166360"/>
            <a:ext cx="685800" cy="201168"/>
          </a:xfrm>
          <a:prstGeom prst="rect">
            <a:avLst/>
          </a:prstGeom>
          <a:noFill/>
        </p:spPr>
        <p:txBody>
          <a:bodyPr wrap="square" lIns="0" tIns="0" rIns="0" bIns="0" rtlCol="0" anchor="ctr"/>
          <a:lstStyle/>
          <a:p>
            <a:pPr marL="0" indent="0">
              <a:buNone/>
            </a:pPr>
            <a:r>
              <a:rPr lang="en-US" sz="1150" b="1" dirty="0">
                <a:solidFill>
                  <a:srgbClr val="12212F"/>
                </a:solidFill>
                <a:latin typeface="Arial" panose="020B0604020202020204" pitchFamily="34" charset="0"/>
                <a:ea typeface="Arial" panose="020B0604020202020204" pitchFamily="34" charset="0"/>
                <a:cs typeface="Arial" panose="020B0604020202020204" pitchFamily="34" charset="0"/>
              </a:rPr>
              <a:t>GitHub</a:t>
            </a:r>
            <a:endParaRPr lang="en-US" sz="1150" dirty="0"/>
          </a:p>
        </p:txBody>
      </p:sp>
      <p:sp>
        <p:nvSpPr>
          <p:cNvPr id="32" name="Text 29"/>
          <p:cNvSpPr/>
          <p:nvPr/>
        </p:nvSpPr>
        <p:spPr>
          <a:xfrm>
            <a:off x="1243584" y="5422392"/>
            <a:ext cx="1508760" cy="164592"/>
          </a:xfrm>
          <a:prstGeom prst="rect">
            <a:avLst/>
          </a:prstGeom>
          <a:noFill/>
        </p:spPr>
        <p:txBody>
          <a:bodyPr wrap="square" lIns="0" tIns="0" rIns="0" bIns="0" rtlCol="0" anchor="ctr"/>
          <a:lstStyle/>
          <a:p>
            <a:pPr marL="0" indent="0">
              <a:buNone/>
            </a:pPr>
            <a:r>
              <a:rPr lang="en-US" sz="880" dirty="0">
                <a:solidFill>
                  <a:srgbClr val="687584"/>
                </a:solidFill>
                <a:latin typeface="Arial" panose="020B0604020202020204" pitchFamily="34" charset="0"/>
                <a:ea typeface="Arial" panose="020B0604020202020204" pitchFamily="34" charset="0"/>
                <a:cs typeface="Arial" panose="020B0604020202020204" pitchFamily="34" charset="0"/>
              </a:rPr>
              <a:t>Source code management</a:t>
            </a:r>
            <a:endParaRPr lang="en-US" sz="880" dirty="0"/>
          </a:p>
        </p:txBody>
      </p:sp>
      <p:sp>
        <p:nvSpPr>
          <p:cNvPr id="33" name="Shape 30"/>
          <p:cNvSpPr/>
          <p:nvPr/>
        </p:nvSpPr>
        <p:spPr>
          <a:xfrm>
            <a:off x="2862072" y="5148072"/>
            <a:ext cx="0" cy="438912"/>
          </a:xfrm>
          <a:prstGeom prst="line">
            <a:avLst/>
          </a:prstGeom>
          <a:noFill/>
          <a:ln w="12700">
            <a:solidFill>
              <a:srgbClr val="CAD3D9"/>
            </a:solidFill>
            <a:prstDash val="solid"/>
          </a:ln>
        </p:spPr>
      </p:sp>
      <p:pic>
        <p:nvPicPr>
          <p:cNvPr id="34" name="Image 1" descr="preencoded.png"/>
          <p:cNvPicPr>
            <a:picLocks noChangeAspect="1"/>
          </p:cNvPicPr>
          <p:nvPr/>
        </p:nvPicPr>
        <p:blipFill>
          <a:blip r:embed="rId1">
            <a:extLst>
              <a:ext uri="{96DAC541-7B7A-43D3-8B79-37D633B846F1}">
                <asvg:svgBlip xmlns:asvg="http://schemas.microsoft.com/office/drawing/2016/SVG/main" r:embed="rId3"/>
              </a:ext>
            </a:extLst>
          </a:blip>
          <a:stretch>
            <a:fillRect/>
          </a:stretch>
        </p:blipFill>
        <p:spPr>
          <a:xfrm>
            <a:off x="3127248" y="5239512"/>
            <a:ext cx="237744" cy="237744"/>
          </a:xfrm>
          <a:prstGeom prst="rect">
            <a:avLst/>
          </a:prstGeom>
        </p:spPr>
      </p:pic>
      <p:sp>
        <p:nvSpPr>
          <p:cNvPr id="35" name="Text 31"/>
          <p:cNvSpPr/>
          <p:nvPr/>
        </p:nvSpPr>
        <p:spPr>
          <a:xfrm>
            <a:off x="3502152" y="5166360"/>
            <a:ext cx="438912" cy="201168"/>
          </a:xfrm>
          <a:prstGeom prst="rect">
            <a:avLst/>
          </a:prstGeom>
          <a:noFill/>
        </p:spPr>
        <p:txBody>
          <a:bodyPr wrap="square" lIns="0" tIns="0" rIns="0" bIns="0" rtlCol="0" anchor="ctr"/>
          <a:lstStyle/>
          <a:p>
            <a:pPr marL="0" indent="0">
              <a:buNone/>
            </a:pPr>
            <a:r>
              <a:rPr lang="en-US" sz="1150" b="1" dirty="0">
                <a:solidFill>
                  <a:srgbClr val="12212F"/>
                </a:solidFill>
                <a:latin typeface="Arial" panose="020B0604020202020204" pitchFamily="34" charset="0"/>
                <a:ea typeface="Arial" panose="020B0604020202020204" pitchFamily="34" charset="0"/>
                <a:cs typeface="Arial" panose="020B0604020202020204" pitchFamily="34" charset="0"/>
              </a:rPr>
              <a:t>Jira</a:t>
            </a:r>
            <a:endParaRPr lang="en-US" sz="1150" dirty="0"/>
          </a:p>
        </p:txBody>
      </p:sp>
      <p:sp>
        <p:nvSpPr>
          <p:cNvPr id="36" name="Text 32"/>
          <p:cNvSpPr/>
          <p:nvPr/>
        </p:nvSpPr>
        <p:spPr>
          <a:xfrm>
            <a:off x="3502152" y="5422392"/>
            <a:ext cx="2103120" cy="164592"/>
          </a:xfrm>
          <a:prstGeom prst="rect">
            <a:avLst/>
          </a:prstGeom>
          <a:noFill/>
        </p:spPr>
        <p:txBody>
          <a:bodyPr wrap="square" lIns="0" tIns="0" rIns="0" bIns="0" rtlCol="0" anchor="ctr"/>
          <a:lstStyle/>
          <a:p>
            <a:pPr marL="0" indent="0">
              <a:buNone/>
            </a:pPr>
            <a:r>
              <a:rPr lang="en-US" sz="880" dirty="0">
                <a:solidFill>
                  <a:srgbClr val="687584"/>
                </a:solidFill>
                <a:latin typeface="Arial" panose="020B0604020202020204" pitchFamily="34" charset="0"/>
                <a:ea typeface="Arial" panose="020B0604020202020204" pitchFamily="34" charset="0"/>
                <a:cs typeface="Arial" panose="020B0604020202020204" pitchFamily="34" charset="0"/>
              </a:rPr>
              <a:t>Progress tracking &amp; task assignment</a:t>
            </a:r>
            <a:endParaRPr lang="en-US" sz="880" dirty="0"/>
          </a:p>
        </p:txBody>
      </p:sp>
      <p:sp>
        <p:nvSpPr>
          <p:cNvPr id="37" name="Shape 33"/>
          <p:cNvSpPr/>
          <p:nvPr/>
        </p:nvSpPr>
        <p:spPr>
          <a:xfrm>
            <a:off x="6254496" y="5001768"/>
            <a:ext cx="5312664" cy="768096"/>
          </a:xfrm>
          <a:prstGeom prst="roundRect">
            <a:avLst>
              <a:gd name="adj" fmla="val 14286"/>
            </a:avLst>
          </a:prstGeom>
          <a:solidFill>
            <a:srgbClr val="0B1F33"/>
          </a:solidFill>
          <a:ln w="12700">
            <a:solidFill>
              <a:srgbClr val="0B1F33">
                <a:alpha val="0"/>
              </a:srgbClr>
            </a:solidFill>
            <a:prstDash val="solid"/>
          </a:ln>
        </p:spPr>
      </p:sp>
      <p:pic>
        <p:nvPicPr>
          <p:cNvPr id="38" name="Image 2" descr="preencoded.png"/>
          <p:cNvPicPr>
            <a:picLocks noChangeAspect="1"/>
          </p:cNvPicPr>
          <p:nvPr/>
        </p:nvPicPr>
        <p:blipFill>
          <a:blip r:embed="rId1">
            <a:extLst>
              <a:ext uri="{96DAC541-7B7A-43D3-8B79-37D633B846F1}">
                <asvg:svgBlip xmlns:asvg="http://schemas.microsoft.com/office/drawing/2016/SVG/main" r:embed="rId4"/>
              </a:ext>
            </a:extLst>
          </a:blip>
          <a:stretch>
            <a:fillRect/>
          </a:stretch>
        </p:blipFill>
        <p:spPr>
          <a:xfrm>
            <a:off x="6519672" y="5230368"/>
            <a:ext cx="246888" cy="246888"/>
          </a:xfrm>
          <a:prstGeom prst="rect">
            <a:avLst/>
          </a:prstGeom>
        </p:spPr>
      </p:pic>
      <p:sp>
        <p:nvSpPr>
          <p:cNvPr id="39" name="Text 34"/>
          <p:cNvSpPr/>
          <p:nvPr/>
        </p:nvSpPr>
        <p:spPr>
          <a:xfrm>
            <a:off x="6894576" y="5148072"/>
            <a:ext cx="1627632" cy="210312"/>
          </a:xfrm>
          <a:prstGeom prst="rect">
            <a:avLst/>
          </a:prstGeom>
          <a:noFill/>
        </p:spPr>
        <p:txBody>
          <a:bodyPr wrap="square" lIns="0" tIns="0" rIns="0" bIns="0" rtlCol="0" anchor="ctr"/>
          <a:lstStyle/>
          <a:p>
            <a:pPr marL="0" indent="0">
              <a:buNone/>
            </a:pPr>
            <a:r>
              <a:rPr lang="en-US" sz="1160" b="1" dirty="0">
                <a:solidFill>
                  <a:srgbClr val="FFFFFF"/>
                </a:solidFill>
                <a:latin typeface="Arial" panose="020B0604020202020204" pitchFamily="34" charset="0"/>
                <a:ea typeface="Arial" panose="020B0604020202020204" pitchFamily="34" charset="0"/>
                <a:cs typeface="Arial" panose="020B0604020202020204" pitchFamily="34" charset="0"/>
              </a:rPr>
              <a:t>Parallel development</a:t>
            </a:r>
            <a:endParaRPr lang="en-US" sz="1160" dirty="0"/>
          </a:p>
        </p:txBody>
      </p:sp>
      <p:sp>
        <p:nvSpPr>
          <p:cNvPr id="40" name="Text 35"/>
          <p:cNvSpPr/>
          <p:nvPr/>
        </p:nvSpPr>
        <p:spPr>
          <a:xfrm>
            <a:off x="6894576" y="5422392"/>
            <a:ext cx="4251960" cy="182880"/>
          </a:xfrm>
          <a:prstGeom prst="rect">
            <a:avLst/>
          </a:prstGeom>
          <a:noFill/>
        </p:spPr>
        <p:txBody>
          <a:bodyPr wrap="square" lIns="0" tIns="0" rIns="0" bIns="0" rtlCol="0" anchor="ctr">
            <a:normAutofit/>
          </a:bodyPr>
          <a:lstStyle/>
          <a:p>
            <a:pPr marL="0" indent="0">
              <a:buNone/>
            </a:pPr>
            <a:r>
              <a:rPr lang="en-US" sz="890" dirty="0">
                <a:solidFill>
                  <a:srgbClr val="C8D5DE"/>
                </a:solidFill>
                <a:latin typeface="Arial" panose="020B0604020202020204" pitchFamily="34" charset="0"/>
                <a:ea typeface="Arial" panose="020B0604020202020204" pitchFamily="34" charset="0"/>
                <a:cs typeface="Arial" panose="020B0604020202020204" pitchFamily="34" charset="0"/>
              </a:rPr>
              <a:t>N-tier structure lets UI, backend, database, and AI workstreams progress independently.</a:t>
            </a:r>
            <a:endParaRPr lang="en-US" sz="890" dirty="0"/>
          </a:p>
        </p:txBody>
      </p:sp>
      <p:sp>
        <p:nvSpPr>
          <p:cNvPr id="41" name="Text 36"/>
          <p:cNvSpPr/>
          <p:nvPr/>
        </p:nvSpPr>
        <p:spPr>
          <a:xfrm>
            <a:off x="7498080" y="6419088"/>
            <a:ext cx="3657600" cy="164592"/>
          </a:xfrm>
          <a:prstGeom prst="rect">
            <a:avLst/>
          </a:prstGeom>
          <a:noFill/>
        </p:spPr>
        <p:txBody>
          <a:bodyPr wrap="square" lIns="0" tIns="0" rIns="0" bIns="0" rtlCol="0" anchor="ctr"/>
          <a:lstStyle/>
          <a:p>
            <a:pPr marL="0" indent="0" algn="r">
              <a:buNone/>
            </a:pPr>
            <a:r>
              <a:rPr lang="en-US" sz="720" dirty="0">
                <a:solidFill>
                  <a:srgbClr val="82909D"/>
                </a:solidFill>
                <a:latin typeface="Arial" panose="020B0604020202020204" pitchFamily="34" charset="0"/>
                <a:ea typeface="Arial" panose="020B0604020202020204" pitchFamily="34" charset="0"/>
                <a:cs typeface="Arial" panose="020B0604020202020204" pitchFamily="34" charset="0"/>
              </a:rPr>
              <a:t>Source: Weekly Reports + SAD v1.3</a:t>
            </a:r>
            <a:endParaRPr lang="en-US" sz="720" dirty="0"/>
          </a:p>
        </p:txBody>
      </p:sp>
      <p:sp>
        <p:nvSpPr>
          <p:cNvPr id="42" name="Slide Number Placeholder 0"/>
          <p:cNvSpPr>
            <a:spLocks noGrp="1"/>
          </p:cNvSpPr>
          <p:nvPr>
            <p:ph type="sldNum" sz="quarter" idx="4294967295"/>
          </p:nvPr>
        </p:nvSpPr>
        <p:spPr>
          <a:xfrm>
            <a:off x="11384280" y="6409944"/>
            <a:ext cx="347472" cy="164592"/>
          </a:xfrm>
          <a:prstGeom prst="rect">
            <a:avLst/>
          </a:prstGeom>
        </p:spPr>
        <p:txBody>
          <a:bodyPr lIns="0" tIns="0" rIns="0" bIns="0"/>
          <a:lstStyle>
            <a:lvl1pPr>
              <a:defRPr sz="750">
                <a:solidFill>
                  <a:srgbClr val="687584"/>
                </a:solidFill>
                <a:latin typeface="Noto Sans"/>
                <a:ea typeface="Noto Sans"/>
                <a:cs typeface="Noto Sans"/>
              </a:defRPr>
            </a:lvl1pPr>
          </a:lstStyle>
          <a:p>
            <a:pPr algn="r"/>
            <a:fld id="{F7021451-1387-4CA6-816F-3879F97B5CBC}" type="slidenum">
              <a:rPr lang="en-US" b="0"/>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66928" y="411480"/>
            <a:ext cx="3931920" cy="201168"/>
          </a:xfrm>
          <a:prstGeom prst="rect">
            <a:avLst/>
          </a:prstGeom>
          <a:noFill/>
        </p:spPr>
        <p:txBody>
          <a:bodyPr wrap="square" lIns="0" tIns="0" rIns="0" bIns="0" rtlCol="0" anchor="ctr"/>
          <a:lstStyle/>
          <a:p>
            <a:pPr marL="0" indent="0">
              <a:buNone/>
            </a:pPr>
            <a:r>
              <a:rPr lang="en-US" sz="1000" b="1" kern="0" spc="110" dirty="0">
                <a:solidFill>
                  <a:srgbClr val="FF6B3D"/>
                </a:solidFill>
                <a:latin typeface="Arial" panose="020B0604020202020204" pitchFamily="34" charset="0"/>
                <a:ea typeface="Arial" panose="020B0604020202020204" pitchFamily="34" charset="0"/>
                <a:cs typeface="Arial" panose="020B0604020202020204" pitchFamily="34" charset="0"/>
              </a:rPr>
              <a:t>SOFTWARE REQUIREMENTS</a:t>
            </a:r>
            <a:endParaRPr lang="en-US" sz="1000" dirty="0"/>
          </a:p>
        </p:txBody>
      </p:sp>
      <p:sp>
        <p:nvSpPr>
          <p:cNvPr id="3" name="Text 1"/>
          <p:cNvSpPr/>
          <p:nvPr/>
        </p:nvSpPr>
        <p:spPr>
          <a:xfrm>
            <a:off x="566928" y="713232"/>
            <a:ext cx="10835640" cy="548640"/>
          </a:xfrm>
          <a:prstGeom prst="rect">
            <a:avLst/>
          </a:prstGeom>
          <a:noFill/>
        </p:spPr>
        <p:txBody>
          <a:bodyPr wrap="square" lIns="0" tIns="0" rIns="0" bIns="0" rtlCol="0" anchor="ctr"/>
          <a:lstStyle/>
          <a:p>
            <a:pPr marL="0" indent="0">
              <a:buNone/>
            </a:pPr>
            <a:r>
              <a:rPr lang="en-US" sz="2700" b="1" dirty="0">
                <a:solidFill>
                  <a:srgbClr val="12212F"/>
                </a:solidFill>
                <a:latin typeface="Arial" panose="020B0604020202020204" pitchFamily="34" charset="0"/>
                <a:ea typeface="Arial" panose="020B0604020202020204" pitchFamily="34" charset="0"/>
                <a:cs typeface="Arial" panose="020B0604020202020204" pitchFamily="34" charset="0"/>
              </a:rPr>
              <a:t>Actors &amp; Use-Case Model</a:t>
            </a:r>
            <a:endParaRPr lang="en-US" sz="2700" dirty="0"/>
          </a:p>
        </p:txBody>
      </p:sp>
      <p:sp>
        <p:nvSpPr>
          <p:cNvPr id="4" name="Text 2"/>
          <p:cNvSpPr/>
          <p:nvPr/>
        </p:nvSpPr>
        <p:spPr>
          <a:xfrm>
            <a:off x="566928" y="1316736"/>
            <a:ext cx="10515600" cy="420624"/>
          </a:xfrm>
          <a:prstGeom prst="rect">
            <a:avLst/>
          </a:prstGeom>
          <a:noFill/>
        </p:spPr>
        <p:txBody>
          <a:bodyPr wrap="square" lIns="0" tIns="0" rIns="0" bIns="0" rtlCol="0" anchor="ctr"/>
          <a:lstStyle/>
          <a:p>
            <a:pPr marL="0" indent="0">
              <a:buNone/>
            </a:pPr>
            <a:r>
              <a:rPr lang="en-US" sz="1300" dirty="0">
                <a:solidFill>
                  <a:srgbClr val="687584"/>
                </a:solidFill>
                <a:latin typeface="Arial" panose="020B0604020202020204" pitchFamily="34" charset="0"/>
                <a:ea typeface="Arial" panose="020B0604020202020204" pitchFamily="34" charset="0"/>
                <a:cs typeface="Arial" panose="020B0604020202020204" pitchFamily="34" charset="0"/>
              </a:rPr>
              <a:t>Human actors are governed through role-based access control; GenAI is a secondary actor.</a:t>
            </a:r>
            <a:endParaRPr lang="en-US" sz="1300" dirty="0"/>
          </a:p>
        </p:txBody>
      </p:sp>
      <p:sp>
        <p:nvSpPr>
          <p:cNvPr id="5" name="Shape 3"/>
          <p:cNvSpPr/>
          <p:nvPr/>
        </p:nvSpPr>
        <p:spPr>
          <a:xfrm>
            <a:off x="612648" y="1947672"/>
            <a:ext cx="3749040" cy="4069080"/>
          </a:xfrm>
          <a:prstGeom prst="roundRect">
            <a:avLst>
              <a:gd name="adj" fmla="val 3415"/>
            </a:avLst>
          </a:prstGeom>
          <a:solidFill>
            <a:srgbClr val="0B1F33"/>
          </a:solidFill>
          <a:ln w="12700">
            <a:solidFill>
              <a:srgbClr val="0B1F33">
                <a:alpha val="0"/>
              </a:srgbClr>
            </a:solidFill>
            <a:prstDash val="solid"/>
          </a:ln>
          <a:effectLst>
            <a:outerShdw blurRad="-2147483648" dist="-2147483648" dir="9" algn="bl" rotWithShape="0">
              <a:srgbClr val="000000">
                <a:alpha val="1"/>
              </a:srgbClr>
            </a:outerShdw>
          </a:effectLst>
        </p:spPr>
      </p:sp>
      <p:sp>
        <p:nvSpPr>
          <p:cNvPr id="6" name="Shape 4"/>
          <p:cNvSpPr/>
          <p:nvPr/>
        </p:nvSpPr>
        <p:spPr>
          <a:xfrm>
            <a:off x="896112" y="2249424"/>
            <a:ext cx="1170432" cy="329184"/>
          </a:xfrm>
          <a:prstGeom prst="roundRect">
            <a:avLst>
              <a:gd name="adj" fmla="val 50000"/>
            </a:avLst>
          </a:prstGeom>
          <a:solidFill>
            <a:srgbClr val="17364E"/>
          </a:solidFill>
          <a:ln w="12700">
            <a:solidFill>
              <a:srgbClr val="17364E">
                <a:alpha val="0"/>
              </a:srgbClr>
            </a:solidFill>
            <a:prstDash val="solid"/>
          </a:ln>
        </p:spPr>
      </p:sp>
      <p:pic>
        <p:nvPicPr>
          <p:cNvPr id="7" name="Image 0" descr="preencoded.png"/>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005840" y="2331720"/>
            <a:ext cx="146304" cy="146304"/>
          </a:xfrm>
          <a:prstGeom prst="rect">
            <a:avLst/>
          </a:prstGeom>
        </p:spPr>
      </p:pic>
      <p:sp>
        <p:nvSpPr>
          <p:cNvPr id="8" name="Text 5"/>
          <p:cNvSpPr/>
          <p:nvPr/>
        </p:nvSpPr>
        <p:spPr>
          <a:xfrm>
            <a:off x="1197864" y="2322576"/>
            <a:ext cx="777240" cy="164592"/>
          </a:xfrm>
          <a:prstGeom prst="rect">
            <a:avLst/>
          </a:prstGeom>
          <a:noFill/>
        </p:spPr>
        <p:txBody>
          <a:bodyPr wrap="square" lIns="0" tIns="0" rIns="0" bIns="0" rtlCol="0" anchor="ctr"/>
          <a:lstStyle/>
          <a:p>
            <a:pPr marL="0" indent="0">
              <a:buNone/>
            </a:pPr>
            <a:r>
              <a:rPr lang="en-US" sz="940" b="1" dirty="0">
                <a:solidFill>
                  <a:srgbClr val="B8D0E2"/>
                </a:solidFill>
                <a:latin typeface="Arial" panose="020B0604020202020204" pitchFamily="34" charset="0"/>
                <a:ea typeface="Arial" panose="020B0604020202020204" pitchFamily="34" charset="0"/>
                <a:cs typeface="Arial" panose="020B0604020202020204" pitchFamily="34" charset="0"/>
              </a:rPr>
              <a:t>RBAC MODEL</a:t>
            </a:r>
            <a:endParaRPr lang="en-US" sz="940" dirty="0"/>
          </a:p>
        </p:txBody>
      </p:sp>
      <p:pic>
        <p:nvPicPr>
          <p:cNvPr id="9" name="Image 1"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941832" y="2816352"/>
            <a:ext cx="182880" cy="182880"/>
          </a:xfrm>
          <a:prstGeom prst="rect">
            <a:avLst/>
          </a:prstGeom>
        </p:spPr>
      </p:pic>
      <p:sp>
        <p:nvSpPr>
          <p:cNvPr id="10" name="Text 6"/>
          <p:cNvSpPr/>
          <p:nvPr/>
        </p:nvSpPr>
        <p:spPr>
          <a:xfrm>
            <a:off x="1261872" y="2788920"/>
            <a:ext cx="1280160" cy="164592"/>
          </a:xfrm>
          <a:prstGeom prst="rect">
            <a:avLst/>
          </a:prstGeom>
          <a:noFill/>
        </p:spPr>
        <p:txBody>
          <a:bodyPr wrap="square" lIns="0" tIns="0" rIns="0" bIns="0" rtlCol="0" anchor="ctr"/>
          <a:lstStyle/>
          <a:p>
            <a:pPr marL="0" indent="0">
              <a:buNone/>
            </a:pPr>
            <a:r>
              <a:rPr lang="en-US" sz="970" b="1" dirty="0">
                <a:solidFill>
                  <a:srgbClr val="FFFFFF"/>
                </a:solidFill>
                <a:latin typeface="Arial" panose="020B0604020202020204" pitchFamily="34" charset="0"/>
                <a:ea typeface="Arial" panose="020B0604020202020204" pitchFamily="34" charset="0"/>
                <a:cs typeface="Arial" panose="020B0604020202020204" pitchFamily="34" charset="0"/>
              </a:rPr>
              <a:t>Logged-in User</a:t>
            </a:r>
            <a:endParaRPr lang="en-US" sz="970" dirty="0"/>
          </a:p>
        </p:txBody>
      </p:sp>
      <p:sp>
        <p:nvSpPr>
          <p:cNvPr id="11" name="Text 7"/>
          <p:cNvSpPr/>
          <p:nvPr/>
        </p:nvSpPr>
        <p:spPr>
          <a:xfrm>
            <a:off x="2578608" y="2788920"/>
            <a:ext cx="1444752" cy="237744"/>
          </a:xfrm>
          <a:prstGeom prst="rect">
            <a:avLst/>
          </a:prstGeom>
          <a:noFill/>
        </p:spPr>
        <p:txBody>
          <a:bodyPr wrap="square" lIns="0" tIns="0" rIns="0" bIns="0" rtlCol="0" anchor="ctr">
            <a:normAutofit/>
          </a:bodyPr>
          <a:lstStyle/>
          <a:p>
            <a:pPr marL="0" indent="0">
              <a:buNone/>
            </a:pPr>
            <a:r>
              <a:rPr lang="en-US" sz="820" dirty="0">
                <a:solidFill>
                  <a:srgbClr val="B9CAD6"/>
                </a:solidFill>
                <a:latin typeface="Arial" panose="020B0604020202020204" pitchFamily="34" charset="0"/>
                <a:ea typeface="Arial" panose="020B0604020202020204" pitchFamily="34" charset="0"/>
                <a:cs typeface="Arial" panose="020B0604020202020204" pitchFamily="34" charset="0"/>
              </a:rPr>
              <a:t>Creates trips &amp; sets preferences</a:t>
            </a:r>
            <a:endParaRPr lang="en-US" sz="820" dirty="0"/>
          </a:p>
        </p:txBody>
      </p:sp>
      <p:pic>
        <p:nvPicPr>
          <p:cNvPr id="12" name="Image 2" descr="preencoded.png"/>
          <p:cNvPicPr>
            <a:picLocks noChangeAspect="1"/>
          </p:cNvPicPr>
          <p:nvPr/>
        </p:nvPicPr>
        <p:blipFill>
          <a:blip r:embed="rId1">
            <a:extLst>
              <a:ext uri="{96DAC541-7B7A-43D3-8B79-37D633B846F1}">
                <asvg:svgBlip xmlns:asvg="http://schemas.microsoft.com/office/drawing/2016/SVG/main" r:embed="rId5"/>
              </a:ext>
            </a:extLst>
          </a:blip>
          <a:stretch>
            <a:fillRect/>
          </a:stretch>
        </p:blipFill>
        <p:spPr>
          <a:xfrm>
            <a:off x="941832" y="3346704"/>
            <a:ext cx="182880" cy="182880"/>
          </a:xfrm>
          <a:prstGeom prst="rect">
            <a:avLst/>
          </a:prstGeom>
        </p:spPr>
      </p:pic>
      <p:sp>
        <p:nvSpPr>
          <p:cNvPr id="13" name="Text 8"/>
          <p:cNvSpPr/>
          <p:nvPr/>
        </p:nvSpPr>
        <p:spPr>
          <a:xfrm>
            <a:off x="1261872" y="3319272"/>
            <a:ext cx="1280160" cy="164592"/>
          </a:xfrm>
          <a:prstGeom prst="rect">
            <a:avLst/>
          </a:prstGeom>
          <a:noFill/>
        </p:spPr>
        <p:txBody>
          <a:bodyPr wrap="square" lIns="0" tIns="0" rIns="0" bIns="0" rtlCol="0" anchor="ctr"/>
          <a:lstStyle/>
          <a:p>
            <a:pPr marL="0" indent="0">
              <a:buNone/>
            </a:pPr>
            <a:r>
              <a:rPr lang="en-US" sz="970" b="1" dirty="0">
                <a:solidFill>
                  <a:srgbClr val="FFFFFF"/>
                </a:solidFill>
                <a:latin typeface="Arial" panose="020B0604020202020204" pitchFamily="34" charset="0"/>
                <a:ea typeface="Arial" panose="020B0604020202020204" pitchFamily="34" charset="0"/>
                <a:cs typeface="Arial" panose="020B0604020202020204" pitchFamily="34" charset="0"/>
              </a:rPr>
              <a:t>Trip Owner</a:t>
            </a:r>
            <a:endParaRPr lang="en-US" sz="970" dirty="0"/>
          </a:p>
        </p:txBody>
      </p:sp>
      <p:sp>
        <p:nvSpPr>
          <p:cNvPr id="14" name="Text 9"/>
          <p:cNvSpPr/>
          <p:nvPr/>
        </p:nvSpPr>
        <p:spPr>
          <a:xfrm>
            <a:off x="2578608" y="3319272"/>
            <a:ext cx="1444752" cy="237744"/>
          </a:xfrm>
          <a:prstGeom prst="rect">
            <a:avLst/>
          </a:prstGeom>
          <a:noFill/>
        </p:spPr>
        <p:txBody>
          <a:bodyPr wrap="square" lIns="0" tIns="0" rIns="0" bIns="0" rtlCol="0" anchor="ctr">
            <a:normAutofit/>
          </a:bodyPr>
          <a:lstStyle/>
          <a:p>
            <a:pPr marL="0" indent="0">
              <a:buNone/>
            </a:pPr>
            <a:r>
              <a:rPr lang="en-US" sz="820" dirty="0">
                <a:solidFill>
                  <a:srgbClr val="B9CAD6"/>
                </a:solidFill>
                <a:latin typeface="Arial" panose="020B0604020202020204" pitchFamily="34" charset="0"/>
                <a:ea typeface="Arial" panose="020B0604020202020204" pitchFamily="34" charset="0"/>
                <a:cs typeface="Arial" panose="020B0604020202020204" pitchFamily="34" charset="0"/>
              </a:rPr>
              <a:t>Full control over members &amp; settings</a:t>
            </a:r>
            <a:endParaRPr lang="en-US" sz="820" dirty="0"/>
          </a:p>
        </p:txBody>
      </p:sp>
      <p:pic>
        <p:nvPicPr>
          <p:cNvPr id="15" name="Image 3" descr="preencoded.png"/>
          <p:cNvPicPr>
            <a:picLocks noChangeAspect="1"/>
          </p:cNvPicPr>
          <p:nvPr/>
        </p:nvPicPr>
        <p:blipFill>
          <a:blip r:embed="rId1">
            <a:extLst>
              <a:ext uri="{96DAC541-7B7A-43D3-8B79-37D633B846F1}">
                <asvg:svgBlip xmlns:asvg="http://schemas.microsoft.com/office/drawing/2016/SVG/main" r:embed="rId6"/>
              </a:ext>
            </a:extLst>
          </a:blip>
          <a:stretch>
            <a:fillRect/>
          </a:stretch>
        </p:blipFill>
        <p:spPr>
          <a:xfrm>
            <a:off x="941832" y="3877056"/>
            <a:ext cx="182880" cy="182880"/>
          </a:xfrm>
          <a:prstGeom prst="rect">
            <a:avLst/>
          </a:prstGeom>
        </p:spPr>
      </p:pic>
      <p:sp>
        <p:nvSpPr>
          <p:cNvPr id="16" name="Text 10"/>
          <p:cNvSpPr/>
          <p:nvPr/>
        </p:nvSpPr>
        <p:spPr>
          <a:xfrm>
            <a:off x="1261872" y="3849624"/>
            <a:ext cx="1280160" cy="164592"/>
          </a:xfrm>
          <a:prstGeom prst="rect">
            <a:avLst/>
          </a:prstGeom>
          <a:noFill/>
        </p:spPr>
        <p:txBody>
          <a:bodyPr wrap="square" lIns="0" tIns="0" rIns="0" bIns="0" rtlCol="0" anchor="ctr"/>
          <a:lstStyle/>
          <a:p>
            <a:pPr marL="0" indent="0">
              <a:buNone/>
            </a:pPr>
            <a:r>
              <a:rPr lang="en-US" sz="970" b="1" dirty="0">
                <a:solidFill>
                  <a:srgbClr val="FFFFFF"/>
                </a:solidFill>
                <a:latin typeface="Arial" panose="020B0604020202020204" pitchFamily="34" charset="0"/>
                <a:ea typeface="Arial" panose="020B0604020202020204" pitchFamily="34" charset="0"/>
                <a:cs typeface="Arial" panose="020B0604020202020204" pitchFamily="34" charset="0"/>
              </a:rPr>
              <a:t>Editor</a:t>
            </a:r>
            <a:endParaRPr lang="en-US" sz="970" dirty="0"/>
          </a:p>
        </p:txBody>
      </p:sp>
      <p:sp>
        <p:nvSpPr>
          <p:cNvPr id="17" name="Text 11"/>
          <p:cNvSpPr/>
          <p:nvPr/>
        </p:nvSpPr>
        <p:spPr>
          <a:xfrm>
            <a:off x="2578608" y="3849624"/>
            <a:ext cx="1444752" cy="237744"/>
          </a:xfrm>
          <a:prstGeom prst="rect">
            <a:avLst/>
          </a:prstGeom>
          <a:noFill/>
        </p:spPr>
        <p:txBody>
          <a:bodyPr wrap="square" lIns="0" tIns="0" rIns="0" bIns="0" rtlCol="0" anchor="ctr">
            <a:normAutofit/>
          </a:bodyPr>
          <a:lstStyle/>
          <a:p>
            <a:pPr marL="0" indent="0">
              <a:buNone/>
            </a:pPr>
            <a:r>
              <a:rPr lang="en-US" sz="820" dirty="0">
                <a:solidFill>
                  <a:srgbClr val="B9CAD6"/>
                </a:solidFill>
                <a:latin typeface="Arial" panose="020B0604020202020204" pitchFamily="34" charset="0"/>
                <a:ea typeface="Arial" panose="020B0604020202020204" pitchFamily="34" charset="0"/>
                <a:cs typeface="Arial" panose="020B0604020202020204" pitchFamily="34" charset="0"/>
              </a:rPr>
              <a:t>Can modify trip content</a:t>
            </a:r>
            <a:endParaRPr lang="en-US" sz="820" dirty="0"/>
          </a:p>
        </p:txBody>
      </p:sp>
      <p:pic>
        <p:nvPicPr>
          <p:cNvPr id="18" name="Image 4" descr="preencoded.png"/>
          <p:cNvPicPr>
            <a:picLocks noChangeAspect="1"/>
          </p:cNvPicPr>
          <p:nvPr/>
        </p:nvPicPr>
        <p:blipFill>
          <a:blip r:embed="rId1">
            <a:extLst>
              <a:ext uri="{96DAC541-7B7A-43D3-8B79-37D633B846F1}">
                <asvg:svgBlip xmlns:asvg="http://schemas.microsoft.com/office/drawing/2016/SVG/main" r:embed="rId7"/>
              </a:ext>
            </a:extLst>
          </a:blip>
          <a:stretch>
            <a:fillRect/>
          </a:stretch>
        </p:blipFill>
        <p:spPr>
          <a:xfrm>
            <a:off x="941832" y="4407408"/>
            <a:ext cx="182880" cy="182880"/>
          </a:xfrm>
          <a:prstGeom prst="rect">
            <a:avLst/>
          </a:prstGeom>
        </p:spPr>
      </p:pic>
      <p:sp>
        <p:nvSpPr>
          <p:cNvPr id="19" name="Text 12"/>
          <p:cNvSpPr/>
          <p:nvPr/>
        </p:nvSpPr>
        <p:spPr>
          <a:xfrm>
            <a:off x="1261872" y="4379976"/>
            <a:ext cx="1280160" cy="164592"/>
          </a:xfrm>
          <a:prstGeom prst="rect">
            <a:avLst/>
          </a:prstGeom>
          <a:noFill/>
        </p:spPr>
        <p:txBody>
          <a:bodyPr wrap="square" lIns="0" tIns="0" rIns="0" bIns="0" rtlCol="0" anchor="ctr"/>
          <a:lstStyle/>
          <a:p>
            <a:pPr marL="0" indent="0">
              <a:buNone/>
            </a:pPr>
            <a:r>
              <a:rPr lang="en-US" sz="970" b="1" dirty="0">
                <a:solidFill>
                  <a:srgbClr val="FFFFFF"/>
                </a:solidFill>
                <a:latin typeface="Arial" panose="020B0604020202020204" pitchFamily="34" charset="0"/>
                <a:ea typeface="Arial" panose="020B0604020202020204" pitchFamily="34" charset="0"/>
                <a:cs typeface="Arial" panose="020B0604020202020204" pitchFamily="34" charset="0"/>
              </a:rPr>
              <a:t>Viewer</a:t>
            </a:r>
            <a:endParaRPr lang="en-US" sz="970" dirty="0"/>
          </a:p>
        </p:txBody>
      </p:sp>
      <p:sp>
        <p:nvSpPr>
          <p:cNvPr id="20" name="Text 13"/>
          <p:cNvSpPr/>
          <p:nvPr/>
        </p:nvSpPr>
        <p:spPr>
          <a:xfrm>
            <a:off x="2578608" y="4379976"/>
            <a:ext cx="1444752" cy="237744"/>
          </a:xfrm>
          <a:prstGeom prst="rect">
            <a:avLst/>
          </a:prstGeom>
          <a:noFill/>
        </p:spPr>
        <p:txBody>
          <a:bodyPr wrap="square" lIns="0" tIns="0" rIns="0" bIns="0" rtlCol="0" anchor="ctr">
            <a:normAutofit/>
          </a:bodyPr>
          <a:lstStyle/>
          <a:p>
            <a:pPr marL="0" indent="0">
              <a:buNone/>
            </a:pPr>
            <a:r>
              <a:rPr lang="en-US" sz="820" dirty="0">
                <a:solidFill>
                  <a:srgbClr val="B9CAD6"/>
                </a:solidFill>
                <a:latin typeface="Arial" panose="020B0604020202020204" pitchFamily="34" charset="0"/>
                <a:ea typeface="Arial" panose="020B0604020202020204" pitchFamily="34" charset="0"/>
                <a:cs typeface="Arial" panose="020B0604020202020204" pitchFamily="34" charset="0"/>
              </a:rPr>
              <a:t>Read-only; can rate &amp; export</a:t>
            </a:r>
            <a:endParaRPr lang="en-US" sz="820" dirty="0"/>
          </a:p>
        </p:txBody>
      </p:sp>
      <p:sp>
        <p:nvSpPr>
          <p:cNvPr id="24" name="Shape 16"/>
          <p:cNvSpPr/>
          <p:nvPr/>
        </p:nvSpPr>
        <p:spPr>
          <a:xfrm>
            <a:off x="941832" y="5559552"/>
            <a:ext cx="3108960" cy="0"/>
          </a:xfrm>
          <a:prstGeom prst="line">
            <a:avLst/>
          </a:prstGeom>
          <a:noFill/>
          <a:ln w="12700">
            <a:solidFill>
              <a:srgbClr val="3A586F"/>
            </a:solidFill>
            <a:prstDash val="solid"/>
          </a:ln>
        </p:spPr>
      </p:sp>
      <p:pic>
        <p:nvPicPr>
          <p:cNvPr id="25" name="Image 6" descr="preencoded.png"/>
          <p:cNvPicPr>
            <a:picLocks noChangeAspect="1"/>
          </p:cNvPicPr>
          <p:nvPr/>
        </p:nvPicPr>
        <p:blipFill>
          <a:blip r:embed="rId1">
            <a:extLst>
              <a:ext uri="{96DAC541-7B7A-43D3-8B79-37D633B846F1}">
                <asvg:svgBlip xmlns:asvg="http://schemas.microsoft.com/office/drawing/2016/SVG/main" r:embed="rId8"/>
              </a:ext>
            </a:extLst>
          </a:blip>
          <a:stretch>
            <a:fillRect/>
          </a:stretch>
        </p:blipFill>
        <p:spPr>
          <a:xfrm>
            <a:off x="941832" y="5705856"/>
            <a:ext cx="201168" cy="201168"/>
          </a:xfrm>
          <a:prstGeom prst="rect">
            <a:avLst/>
          </a:prstGeom>
        </p:spPr>
      </p:pic>
      <p:sp>
        <p:nvSpPr>
          <p:cNvPr id="26" name="Text 17"/>
          <p:cNvSpPr/>
          <p:nvPr/>
        </p:nvSpPr>
        <p:spPr>
          <a:xfrm>
            <a:off x="1261872" y="5687568"/>
            <a:ext cx="2514600" cy="182880"/>
          </a:xfrm>
          <a:prstGeom prst="rect">
            <a:avLst/>
          </a:prstGeom>
          <a:noFill/>
        </p:spPr>
        <p:txBody>
          <a:bodyPr wrap="square" lIns="0" tIns="0" rIns="0" bIns="0" rtlCol="0" anchor="ctr"/>
          <a:lstStyle/>
          <a:p>
            <a:pPr marL="0" indent="0">
              <a:buNone/>
            </a:pPr>
            <a:r>
              <a:rPr lang="en-US" sz="950" b="1" dirty="0">
                <a:solidFill>
                  <a:srgbClr val="FFFFFF"/>
                </a:solidFill>
                <a:latin typeface="Arial" panose="020B0604020202020204" pitchFamily="34" charset="0"/>
                <a:ea typeface="Arial" panose="020B0604020202020204" pitchFamily="34" charset="0"/>
                <a:cs typeface="Arial" panose="020B0604020202020204" pitchFamily="34" charset="0"/>
              </a:rPr>
              <a:t>Secondary actor: GenAI System</a:t>
            </a:r>
            <a:endParaRPr lang="en-US" sz="950" dirty="0"/>
          </a:p>
        </p:txBody>
      </p:sp>
      <p:sp>
        <p:nvSpPr>
          <p:cNvPr id="27" name="Shape 18"/>
          <p:cNvSpPr/>
          <p:nvPr/>
        </p:nvSpPr>
        <p:spPr>
          <a:xfrm>
            <a:off x="4617720" y="1947672"/>
            <a:ext cx="6931152" cy="4069080"/>
          </a:xfrm>
          <a:prstGeom prst="roundRect">
            <a:avLst>
              <a:gd name="adj" fmla="val 3146"/>
            </a:avLst>
          </a:prstGeom>
          <a:solidFill>
            <a:srgbClr val="FFFFFF"/>
          </a:solidFill>
          <a:ln w="12700">
            <a:solidFill>
              <a:srgbClr val="E0E5E8"/>
            </a:solidFill>
            <a:prstDash val="solid"/>
          </a:ln>
          <a:effectLst>
            <a:outerShdw blurRad="-2147483648" dist="-2147483648" dir="5" algn="bl" rotWithShape="0">
              <a:srgbClr val="000000">
                <a:alpha val="1"/>
              </a:srgbClr>
            </a:outerShdw>
          </a:effectLst>
        </p:spPr>
      </p:sp>
      <p:pic>
        <p:nvPicPr>
          <p:cNvPr id="28" name="Image 7" descr="/mnt/data/user-x5l6bI8unmRjYGrVllAc4eV0/b2c50fbee1d64c6188146a83912e4711/mnt/data/uc_extract/word/media/image1.png"/>
          <p:cNvPicPr>
            <a:picLocks noChangeAspect="1"/>
          </p:cNvPicPr>
          <p:nvPr/>
        </p:nvPicPr>
        <p:blipFill>
          <a:blip r:embed="rId9"/>
          <a:stretch>
            <a:fillRect/>
          </a:stretch>
        </p:blipFill>
        <p:spPr>
          <a:xfrm>
            <a:off x="6430244" y="2139696"/>
            <a:ext cx="3306105" cy="3593592"/>
          </a:xfrm>
          <a:prstGeom prst="rect">
            <a:avLst/>
          </a:prstGeom>
        </p:spPr>
      </p:pic>
      <p:sp>
        <p:nvSpPr>
          <p:cNvPr id="29" name="Text 19"/>
          <p:cNvSpPr/>
          <p:nvPr/>
        </p:nvSpPr>
        <p:spPr>
          <a:xfrm>
            <a:off x="7498080" y="6419088"/>
            <a:ext cx="3657600" cy="164592"/>
          </a:xfrm>
          <a:prstGeom prst="rect">
            <a:avLst/>
          </a:prstGeom>
          <a:noFill/>
        </p:spPr>
        <p:txBody>
          <a:bodyPr wrap="square" lIns="0" tIns="0" rIns="0" bIns="0" rtlCol="0" anchor="ctr"/>
          <a:lstStyle/>
          <a:p>
            <a:pPr marL="0" indent="0" algn="r">
              <a:buNone/>
            </a:pPr>
            <a:r>
              <a:rPr lang="en-US" sz="720" dirty="0">
                <a:solidFill>
                  <a:srgbClr val="82909D"/>
                </a:solidFill>
                <a:latin typeface="Arial" panose="020B0604020202020204" pitchFamily="34" charset="0"/>
                <a:ea typeface="Arial" panose="020B0604020202020204" pitchFamily="34" charset="0"/>
                <a:cs typeface="Arial" panose="020B0604020202020204" pitchFamily="34" charset="0"/>
              </a:rPr>
              <a:t>Source: Use-Case Specification v1.5</a:t>
            </a:r>
            <a:endParaRPr lang="en-US" sz="720" dirty="0"/>
          </a:p>
        </p:txBody>
      </p:sp>
      <p:sp>
        <p:nvSpPr>
          <p:cNvPr id="30" name="Slide Number Placeholder 0"/>
          <p:cNvSpPr>
            <a:spLocks noGrp="1"/>
          </p:cNvSpPr>
          <p:nvPr>
            <p:ph type="sldNum" sz="quarter" idx="4294967295"/>
          </p:nvPr>
        </p:nvSpPr>
        <p:spPr>
          <a:xfrm>
            <a:off x="11384280" y="6409944"/>
            <a:ext cx="347472" cy="164592"/>
          </a:xfrm>
          <a:prstGeom prst="rect">
            <a:avLst/>
          </a:prstGeom>
        </p:spPr>
        <p:txBody>
          <a:bodyPr lIns="0" tIns="0" rIns="0" bIns="0"/>
          <a:lstStyle>
            <a:lvl1pPr>
              <a:defRPr sz="750">
                <a:solidFill>
                  <a:srgbClr val="687584"/>
                </a:solidFill>
                <a:latin typeface="Noto Sans"/>
                <a:ea typeface="Noto Sans"/>
                <a:cs typeface="Noto Sans"/>
              </a:defRPr>
            </a:lvl1pPr>
          </a:lstStyle>
          <a:p>
            <a:pPr algn="r"/>
            <a:fld id="{F7021451-1387-4CA6-816F-3879F97B5CBC}" type="slidenum">
              <a:rPr lang="en-US" b="0"/>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66928" y="411480"/>
            <a:ext cx="3931920" cy="201168"/>
          </a:xfrm>
          <a:prstGeom prst="rect">
            <a:avLst/>
          </a:prstGeom>
          <a:noFill/>
        </p:spPr>
        <p:txBody>
          <a:bodyPr wrap="square" lIns="0" tIns="0" rIns="0" bIns="0" rtlCol="0" anchor="ctr"/>
          <a:lstStyle/>
          <a:p>
            <a:pPr marL="0" indent="0">
              <a:buNone/>
            </a:pPr>
            <a:r>
              <a:rPr lang="en-US" sz="1000" b="1" kern="0" spc="110" dirty="0">
                <a:solidFill>
                  <a:srgbClr val="FF6B3D"/>
                </a:solidFill>
                <a:latin typeface="Arial" panose="020B0604020202020204" pitchFamily="34" charset="0"/>
                <a:ea typeface="Arial" panose="020B0604020202020204" pitchFamily="34" charset="0"/>
                <a:cs typeface="Arial" panose="020B0604020202020204" pitchFamily="34" charset="0"/>
              </a:rPr>
              <a:t>SOFTWARE REQUIREMENTS</a:t>
            </a:r>
            <a:endParaRPr lang="en-US" sz="1000" dirty="0"/>
          </a:p>
        </p:txBody>
      </p:sp>
      <p:sp>
        <p:nvSpPr>
          <p:cNvPr id="3" name="Text 1"/>
          <p:cNvSpPr/>
          <p:nvPr/>
        </p:nvSpPr>
        <p:spPr>
          <a:xfrm>
            <a:off x="566928" y="713232"/>
            <a:ext cx="10835640" cy="548640"/>
          </a:xfrm>
          <a:prstGeom prst="rect">
            <a:avLst/>
          </a:prstGeom>
          <a:noFill/>
        </p:spPr>
        <p:txBody>
          <a:bodyPr wrap="square" lIns="0" tIns="0" rIns="0" bIns="0" rtlCol="0" anchor="ctr"/>
          <a:lstStyle/>
          <a:p>
            <a:pPr marL="0" indent="0">
              <a:buNone/>
            </a:pPr>
            <a:r>
              <a:rPr lang="en-US" sz="2700" b="1" dirty="0">
                <a:solidFill>
                  <a:srgbClr val="12212F"/>
                </a:solidFill>
                <a:latin typeface="Arial" panose="020B0604020202020204" pitchFamily="34" charset="0"/>
                <a:ea typeface="Arial" panose="020B0604020202020204" pitchFamily="34" charset="0"/>
                <a:cs typeface="Arial" panose="020B0604020202020204" pitchFamily="34" charset="0"/>
              </a:rPr>
              <a:t>Key Functional Requirements</a:t>
            </a:r>
            <a:endParaRPr lang="en-US" sz="2700" dirty="0"/>
          </a:p>
        </p:txBody>
      </p:sp>
      <p:sp>
        <p:nvSpPr>
          <p:cNvPr id="4" name="Text 2"/>
          <p:cNvSpPr/>
          <p:nvPr/>
        </p:nvSpPr>
        <p:spPr>
          <a:xfrm>
            <a:off x="566928" y="1316736"/>
            <a:ext cx="10515600" cy="420624"/>
          </a:xfrm>
          <a:prstGeom prst="rect">
            <a:avLst/>
          </a:prstGeom>
          <a:noFill/>
        </p:spPr>
        <p:txBody>
          <a:bodyPr wrap="square" lIns="0" tIns="0" rIns="0" bIns="0" rtlCol="0" anchor="ctr"/>
          <a:lstStyle/>
          <a:p>
            <a:pPr marL="0" indent="0">
              <a:buNone/>
            </a:pPr>
            <a:r>
              <a:rPr lang="en-US" sz="1300" dirty="0">
                <a:solidFill>
                  <a:srgbClr val="687584"/>
                </a:solidFill>
                <a:latin typeface="Arial" panose="020B0604020202020204" pitchFamily="34" charset="0"/>
                <a:ea typeface="Arial" panose="020B0604020202020204" pitchFamily="34" charset="0"/>
                <a:cs typeface="Arial" panose="020B0604020202020204" pitchFamily="34" charset="0"/>
              </a:rPr>
              <a:t>The main Wandora workflow connects trip setup, AI generation, collaboration, and preparation.</a:t>
            </a:r>
            <a:endParaRPr lang="en-US" sz="1300" dirty="0"/>
          </a:p>
        </p:txBody>
      </p:sp>
      <p:sp>
        <p:nvSpPr>
          <p:cNvPr id="5" name="Shape 3"/>
          <p:cNvSpPr/>
          <p:nvPr/>
        </p:nvSpPr>
        <p:spPr>
          <a:xfrm>
            <a:off x="1051560" y="3803904"/>
            <a:ext cx="10040112" cy="0"/>
          </a:xfrm>
          <a:prstGeom prst="line">
            <a:avLst/>
          </a:prstGeom>
          <a:noFill/>
          <a:ln w="25400">
            <a:solidFill>
              <a:srgbClr val="C8D0D6"/>
            </a:solidFill>
            <a:prstDash val="solid"/>
          </a:ln>
        </p:spPr>
      </p:sp>
      <p:sp>
        <p:nvSpPr>
          <p:cNvPr id="6" name="Shape 4"/>
          <p:cNvSpPr/>
          <p:nvPr/>
        </p:nvSpPr>
        <p:spPr>
          <a:xfrm>
            <a:off x="1005840" y="3364992"/>
            <a:ext cx="841248" cy="841248"/>
          </a:xfrm>
          <a:prstGeom prst="ellipse">
            <a:avLst/>
          </a:prstGeom>
          <a:solidFill>
            <a:srgbClr val="FFFFFF"/>
          </a:solidFill>
          <a:ln w="25400">
            <a:solidFill>
              <a:srgbClr val="FF6B3D"/>
            </a:solidFill>
            <a:prstDash val="solid"/>
          </a:ln>
          <a:effectLst>
            <a:outerShdw blurRad="-2147483648" dist="-2147483648" dir="3" algn="bl" rotWithShape="0">
              <a:srgbClr val="000000">
                <a:alpha val="1"/>
              </a:srgbClr>
            </a:outerShdw>
          </a:effectLst>
        </p:spPr>
      </p:sp>
      <p:pic>
        <p:nvPicPr>
          <p:cNvPr id="7" name="Image 0" descr="preencoded.png"/>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243584" y="3602736"/>
            <a:ext cx="365760" cy="365760"/>
          </a:xfrm>
          <a:prstGeom prst="rect">
            <a:avLst/>
          </a:prstGeom>
        </p:spPr>
      </p:pic>
      <p:sp>
        <p:nvSpPr>
          <p:cNvPr id="8" name="Shape 5"/>
          <p:cNvSpPr/>
          <p:nvPr/>
        </p:nvSpPr>
        <p:spPr>
          <a:xfrm>
            <a:off x="969264" y="2258568"/>
            <a:ext cx="941832" cy="329184"/>
          </a:xfrm>
          <a:prstGeom prst="roundRect">
            <a:avLst>
              <a:gd name="adj" fmla="val 50000"/>
            </a:avLst>
          </a:prstGeom>
          <a:solidFill>
            <a:srgbClr val="FFE9DE"/>
          </a:solidFill>
          <a:ln w="12700">
            <a:solidFill>
              <a:srgbClr val="FFE9DE">
                <a:alpha val="0"/>
              </a:srgbClr>
            </a:solidFill>
            <a:prstDash val="solid"/>
          </a:ln>
        </p:spPr>
      </p:sp>
      <p:sp>
        <p:nvSpPr>
          <p:cNvPr id="9" name="Text 6"/>
          <p:cNvSpPr/>
          <p:nvPr/>
        </p:nvSpPr>
        <p:spPr>
          <a:xfrm>
            <a:off x="1078992" y="2331720"/>
            <a:ext cx="722376" cy="164592"/>
          </a:xfrm>
          <a:prstGeom prst="rect">
            <a:avLst/>
          </a:prstGeom>
          <a:noFill/>
        </p:spPr>
        <p:txBody>
          <a:bodyPr wrap="square" lIns="0" tIns="0" rIns="0" bIns="0" rtlCol="0" anchor="ctr"/>
          <a:lstStyle/>
          <a:p>
            <a:pPr marL="0" indent="0" algn="ctr">
              <a:buNone/>
            </a:pPr>
            <a:r>
              <a:rPr lang="en-US" sz="940" b="1" dirty="0">
                <a:solidFill>
                  <a:srgbClr val="FF6B3D"/>
                </a:solidFill>
                <a:latin typeface="Arial" panose="020B0604020202020204" pitchFamily="34" charset="0"/>
                <a:ea typeface="Arial" panose="020B0604020202020204" pitchFamily="34" charset="0"/>
                <a:cs typeface="Arial" panose="020B0604020202020204" pitchFamily="34" charset="0"/>
              </a:rPr>
              <a:t>UC 01</a:t>
            </a:r>
            <a:endParaRPr lang="en-US" sz="940" dirty="0"/>
          </a:p>
        </p:txBody>
      </p:sp>
      <p:sp>
        <p:nvSpPr>
          <p:cNvPr id="10" name="Text 7"/>
          <p:cNvSpPr/>
          <p:nvPr/>
        </p:nvSpPr>
        <p:spPr>
          <a:xfrm>
            <a:off x="594360" y="4480560"/>
            <a:ext cx="1664208" cy="640080"/>
          </a:xfrm>
          <a:prstGeom prst="rect">
            <a:avLst/>
          </a:prstGeom>
          <a:noFill/>
        </p:spPr>
        <p:txBody>
          <a:bodyPr wrap="square" lIns="0" tIns="0" rIns="0" bIns="0" rtlCol="0" anchor="ctr">
            <a:normAutofit/>
          </a:bodyPr>
          <a:lstStyle/>
          <a:p>
            <a:pPr marL="0" indent="0" algn="ctr">
              <a:buNone/>
            </a:pPr>
            <a:r>
              <a:rPr lang="en-US" sz="1200" b="1" dirty="0">
                <a:solidFill>
                  <a:srgbClr val="12212F"/>
                </a:solidFill>
                <a:latin typeface="Arial" panose="020B0604020202020204" pitchFamily="34" charset="0"/>
                <a:ea typeface="Arial" panose="020B0604020202020204" pitchFamily="34" charset="0"/>
                <a:cs typeface="Arial" panose="020B0604020202020204" pitchFamily="34" charset="0"/>
              </a:rPr>
              <a:t>Trip Creation &amp;</a:t>
            </a:r>
            <a:endParaRPr lang="en-US" sz="1200" dirty="0"/>
          </a:p>
          <a:p>
            <a:pPr marL="0" indent="0" algn="ctr">
              <a:buNone/>
            </a:pPr>
            <a:r>
              <a:rPr lang="en-US" sz="1200" b="1" dirty="0">
                <a:solidFill>
                  <a:srgbClr val="12212F"/>
                </a:solidFill>
                <a:latin typeface="Arial" panose="020B0604020202020204" pitchFamily="34" charset="0"/>
                <a:ea typeface="Arial" panose="020B0604020202020204" pitchFamily="34" charset="0"/>
                <a:cs typeface="Arial" panose="020B0604020202020204" pitchFamily="34" charset="0"/>
              </a:rPr>
              <a:t>Preference Input</a:t>
            </a:r>
            <a:endParaRPr lang="en-US" sz="1200" dirty="0"/>
          </a:p>
        </p:txBody>
      </p:sp>
      <p:sp>
        <p:nvSpPr>
          <p:cNvPr id="11" name="Shape 8"/>
          <p:cNvSpPr/>
          <p:nvPr/>
        </p:nvSpPr>
        <p:spPr>
          <a:xfrm>
            <a:off x="3493008" y="3364992"/>
            <a:ext cx="841248" cy="841248"/>
          </a:xfrm>
          <a:prstGeom prst="ellipse">
            <a:avLst/>
          </a:prstGeom>
          <a:solidFill>
            <a:srgbClr val="FFFFFF"/>
          </a:solidFill>
          <a:ln w="25400">
            <a:solidFill>
              <a:srgbClr val="1BB5A8"/>
            </a:solidFill>
            <a:prstDash val="solid"/>
          </a:ln>
          <a:effectLst>
            <a:outerShdw blurRad="-2147483648" dist="-2147483648" dir="2" algn="bl" rotWithShape="0">
              <a:srgbClr val="000000">
                <a:alpha val="1"/>
              </a:srgbClr>
            </a:outerShdw>
          </a:effectLst>
        </p:spPr>
      </p:sp>
      <p:pic>
        <p:nvPicPr>
          <p:cNvPr id="12" name="Image 1" descr="preencoded.png"/>
          <p:cNvPicPr>
            <a:picLocks noChangeAspect="1"/>
          </p:cNvPicPr>
          <p:nvPr/>
        </p:nvPicPr>
        <p:blipFill>
          <a:blip r:embed="rId1">
            <a:extLst>
              <a:ext uri="{96DAC541-7B7A-43D3-8B79-37D633B846F1}">
                <asvg:svgBlip xmlns:asvg="http://schemas.microsoft.com/office/drawing/2016/SVG/main" r:embed="rId3"/>
              </a:ext>
            </a:extLst>
          </a:blip>
          <a:stretch>
            <a:fillRect/>
          </a:stretch>
        </p:blipFill>
        <p:spPr>
          <a:xfrm>
            <a:off x="3730752" y="3602736"/>
            <a:ext cx="365760" cy="365760"/>
          </a:xfrm>
          <a:prstGeom prst="rect">
            <a:avLst/>
          </a:prstGeom>
        </p:spPr>
      </p:pic>
      <p:sp>
        <p:nvSpPr>
          <p:cNvPr id="13" name="Shape 9"/>
          <p:cNvSpPr/>
          <p:nvPr/>
        </p:nvSpPr>
        <p:spPr>
          <a:xfrm>
            <a:off x="3456432" y="2258568"/>
            <a:ext cx="941832" cy="329184"/>
          </a:xfrm>
          <a:prstGeom prst="roundRect">
            <a:avLst>
              <a:gd name="adj" fmla="val 50000"/>
            </a:avLst>
          </a:prstGeom>
          <a:solidFill>
            <a:srgbClr val="DDF5F1"/>
          </a:solidFill>
          <a:ln w="12700">
            <a:solidFill>
              <a:srgbClr val="DDF5F1">
                <a:alpha val="0"/>
              </a:srgbClr>
            </a:solidFill>
            <a:prstDash val="solid"/>
          </a:ln>
        </p:spPr>
      </p:sp>
      <p:sp>
        <p:nvSpPr>
          <p:cNvPr id="14" name="Text 10"/>
          <p:cNvSpPr/>
          <p:nvPr/>
        </p:nvSpPr>
        <p:spPr>
          <a:xfrm>
            <a:off x="3566160" y="2331720"/>
            <a:ext cx="722376" cy="164592"/>
          </a:xfrm>
          <a:prstGeom prst="rect">
            <a:avLst/>
          </a:prstGeom>
          <a:noFill/>
        </p:spPr>
        <p:txBody>
          <a:bodyPr wrap="square" lIns="0" tIns="0" rIns="0" bIns="0" rtlCol="0" anchor="ctr"/>
          <a:lstStyle/>
          <a:p>
            <a:pPr marL="0" indent="0" algn="ctr">
              <a:buNone/>
            </a:pPr>
            <a:r>
              <a:rPr lang="en-US" sz="940" b="1" dirty="0">
                <a:solidFill>
                  <a:srgbClr val="1BB5A8"/>
                </a:solidFill>
                <a:latin typeface="Arial" panose="020B0604020202020204" pitchFamily="34" charset="0"/>
                <a:ea typeface="Arial" panose="020B0604020202020204" pitchFamily="34" charset="0"/>
                <a:cs typeface="Arial" panose="020B0604020202020204" pitchFamily="34" charset="0"/>
              </a:rPr>
              <a:t>UC 02</a:t>
            </a:r>
            <a:endParaRPr lang="en-US" sz="940" dirty="0"/>
          </a:p>
        </p:txBody>
      </p:sp>
      <p:sp>
        <p:nvSpPr>
          <p:cNvPr id="15" name="Text 11"/>
          <p:cNvSpPr/>
          <p:nvPr/>
        </p:nvSpPr>
        <p:spPr>
          <a:xfrm>
            <a:off x="3081528" y="4480560"/>
            <a:ext cx="1664208" cy="640080"/>
          </a:xfrm>
          <a:prstGeom prst="rect">
            <a:avLst/>
          </a:prstGeom>
          <a:noFill/>
        </p:spPr>
        <p:txBody>
          <a:bodyPr wrap="square" lIns="0" tIns="0" rIns="0" bIns="0" rtlCol="0" anchor="ctr">
            <a:normAutofit/>
          </a:bodyPr>
          <a:lstStyle/>
          <a:p>
            <a:pPr marL="0" indent="0" algn="ctr">
              <a:buNone/>
            </a:pPr>
            <a:r>
              <a:rPr lang="en-US" sz="1200" b="1" dirty="0">
                <a:solidFill>
                  <a:srgbClr val="12212F"/>
                </a:solidFill>
                <a:latin typeface="Arial" panose="020B0604020202020204" pitchFamily="34" charset="0"/>
                <a:ea typeface="Arial" panose="020B0604020202020204" pitchFamily="34" charset="0"/>
                <a:cs typeface="Arial" panose="020B0604020202020204" pitchFamily="34" charset="0"/>
              </a:rPr>
              <a:t>AI Itinerary</a:t>
            </a:r>
            <a:endParaRPr lang="en-US" sz="1200" dirty="0"/>
          </a:p>
          <a:p>
            <a:pPr marL="0" indent="0" algn="ctr">
              <a:buNone/>
            </a:pPr>
            <a:r>
              <a:rPr lang="en-US" sz="1200" b="1" dirty="0">
                <a:solidFill>
                  <a:srgbClr val="12212F"/>
                </a:solidFill>
                <a:latin typeface="Arial" panose="020B0604020202020204" pitchFamily="34" charset="0"/>
                <a:ea typeface="Arial" panose="020B0604020202020204" pitchFamily="34" charset="0"/>
                <a:cs typeface="Arial" panose="020B0604020202020204" pitchFamily="34" charset="0"/>
              </a:rPr>
              <a:t>Generator</a:t>
            </a:r>
            <a:endParaRPr lang="en-US" sz="1200" dirty="0"/>
          </a:p>
        </p:txBody>
      </p:sp>
      <p:sp>
        <p:nvSpPr>
          <p:cNvPr id="16" name="Shape 12"/>
          <p:cNvSpPr/>
          <p:nvPr/>
        </p:nvSpPr>
        <p:spPr>
          <a:xfrm>
            <a:off x="5980176" y="3364992"/>
            <a:ext cx="841248" cy="841248"/>
          </a:xfrm>
          <a:prstGeom prst="ellipse">
            <a:avLst/>
          </a:prstGeom>
          <a:solidFill>
            <a:srgbClr val="FFFFFF"/>
          </a:solidFill>
          <a:ln w="25400">
            <a:solidFill>
              <a:srgbClr val="62B4FF"/>
            </a:solidFill>
            <a:prstDash val="solid"/>
          </a:ln>
          <a:effectLst>
            <a:outerShdw blurRad="-2147483648" dist="-2147483648" dir="1" algn="bl" rotWithShape="0">
              <a:srgbClr val="000000">
                <a:alpha val="1"/>
              </a:srgbClr>
            </a:outerShdw>
          </a:effectLst>
        </p:spPr>
      </p:sp>
      <p:pic>
        <p:nvPicPr>
          <p:cNvPr id="17" name="Image 2" descr="preencoded.png"/>
          <p:cNvPicPr>
            <a:picLocks noChangeAspect="1"/>
          </p:cNvPicPr>
          <p:nvPr/>
        </p:nvPicPr>
        <p:blipFill>
          <a:blip r:embed="rId1">
            <a:extLst>
              <a:ext uri="{96DAC541-7B7A-43D3-8B79-37D633B846F1}">
                <asvg:svgBlip xmlns:asvg="http://schemas.microsoft.com/office/drawing/2016/SVG/main" r:embed="rId4"/>
              </a:ext>
            </a:extLst>
          </a:blip>
          <a:stretch>
            <a:fillRect/>
          </a:stretch>
        </p:blipFill>
        <p:spPr>
          <a:xfrm>
            <a:off x="6217920" y="3602736"/>
            <a:ext cx="365760" cy="365760"/>
          </a:xfrm>
          <a:prstGeom prst="rect">
            <a:avLst/>
          </a:prstGeom>
        </p:spPr>
      </p:pic>
      <p:sp>
        <p:nvSpPr>
          <p:cNvPr id="18" name="Shape 13"/>
          <p:cNvSpPr/>
          <p:nvPr/>
        </p:nvSpPr>
        <p:spPr>
          <a:xfrm>
            <a:off x="5943600" y="2258568"/>
            <a:ext cx="941832" cy="329184"/>
          </a:xfrm>
          <a:prstGeom prst="roundRect">
            <a:avLst>
              <a:gd name="adj" fmla="val 50000"/>
            </a:avLst>
          </a:prstGeom>
          <a:solidFill>
            <a:srgbClr val="E5F2FF"/>
          </a:solidFill>
          <a:ln w="12700">
            <a:solidFill>
              <a:srgbClr val="E5F2FF">
                <a:alpha val="0"/>
              </a:srgbClr>
            </a:solidFill>
            <a:prstDash val="solid"/>
          </a:ln>
        </p:spPr>
      </p:sp>
      <p:sp>
        <p:nvSpPr>
          <p:cNvPr id="19" name="Text 14"/>
          <p:cNvSpPr/>
          <p:nvPr/>
        </p:nvSpPr>
        <p:spPr>
          <a:xfrm>
            <a:off x="6053328" y="2331720"/>
            <a:ext cx="722376" cy="164592"/>
          </a:xfrm>
          <a:prstGeom prst="rect">
            <a:avLst/>
          </a:prstGeom>
          <a:noFill/>
        </p:spPr>
        <p:txBody>
          <a:bodyPr wrap="square" lIns="0" tIns="0" rIns="0" bIns="0" rtlCol="0" anchor="ctr"/>
          <a:lstStyle/>
          <a:p>
            <a:pPr marL="0" indent="0" algn="ctr">
              <a:buNone/>
            </a:pPr>
            <a:r>
              <a:rPr lang="en-US" sz="940" b="1" dirty="0">
                <a:solidFill>
                  <a:srgbClr val="62B4FF"/>
                </a:solidFill>
                <a:latin typeface="Arial" panose="020B0604020202020204" pitchFamily="34" charset="0"/>
                <a:ea typeface="Arial" panose="020B0604020202020204" pitchFamily="34" charset="0"/>
                <a:cs typeface="Arial" panose="020B0604020202020204" pitchFamily="34" charset="0"/>
              </a:rPr>
              <a:t>UC 03</a:t>
            </a:r>
            <a:endParaRPr lang="en-US" sz="940" dirty="0"/>
          </a:p>
        </p:txBody>
      </p:sp>
      <p:sp>
        <p:nvSpPr>
          <p:cNvPr id="20" name="Text 15"/>
          <p:cNvSpPr/>
          <p:nvPr/>
        </p:nvSpPr>
        <p:spPr>
          <a:xfrm>
            <a:off x="5568696" y="4480560"/>
            <a:ext cx="1664208" cy="640080"/>
          </a:xfrm>
          <a:prstGeom prst="rect">
            <a:avLst/>
          </a:prstGeom>
          <a:noFill/>
        </p:spPr>
        <p:txBody>
          <a:bodyPr wrap="square" lIns="0" tIns="0" rIns="0" bIns="0" rtlCol="0" anchor="ctr">
            <a:normAutofit/>
          </a:bodyPr>
          <a:lstStyle/>
          <a:p>
            <a:pPr marL="0" indent="0" algn="ctr">
              <a:buNone/>
            </a:pPr>
            <a:r>
              <a:rPr lang="en-US" sz="1200" b="1" dirty="0">
                <a:solidFill>
                  <a:srgbClr val="12212F"/>
                </a:solidFill>
                <a:latin typeface="Arial" panose="020B0604020202020204" pitchFamily="34" charset="0"/>
                <a:ea typeface="Arial" panose="020B0604020202020204" pitchFamily="34" charset="0"/>
                <a:cs typeface="Arial" panose="020B0604020202020204" pitchFamily="34" charset="0"/>
              </a:rPr>
              <a:t>AI Itinerary</a:t>
            </a:r>
            <a:endParaRPr lang="en-US" sz="1200" dirty="0"/>
          </a:p>
          <a:p>
            <a:pPr marL="0" indent="0" algn="ctr">
              <a:buNone/>
            </a:pPr>
            <a:r>
              <a:rPr lang="en-US" sz="1200" b="1" dirty="0">
                <a:solidFill>
                  <a:srgbClr val="12212F"/>
                </a:solidFill>
                <a:latin typeface="Arial" panose="020B0604020202020204" pitchFamily="34" charset="0"/>
                <a:ea typeface="Arial" panose="020B0604020202020204" pitchFamily="34" charset="0"/>
                <a:cs typeface="Arial" panose="020B0604020202020204" pitchFamily="34" charset="0"/>
              </a:rPr>
              <a:t>Adjustment</a:t>
            </a:r>
            <a:endParaRPr lang="en-US" sz="1200" dirty="0"/>
          </a:p>
        </p:txBody>
      </p:sp>
      <p:sp>
        <p:nvSpPr>
          <p:cNvPr id="21" name="Shape 16"/>
          <p:cNvSpPr/>
          <p:nvPr/>
        </p:nvSpPr>
        <p:spPr>
          <a:xfrm>
            <a:off x="8467344" y="3364992"/>
            <a:ext cx="841248" cy="841248"/>
          </a:xfrm>
          <a:prstGeom prst="ellipse">
            <a:avLst/>
          </a:prstGeom>
          <a:solidFill>
            <a:srgbClr val="FFFFFF"/>
          </a:solidFill>
          <a:ln w="25400">
            <a:solidFill>
              <a:srgbClr val="F1C75B"/>
            </a:solidFill>
            <a:prstDash val="solid"/>
          </a:ln>
          <a:effectLst>
            <a:outerShdw blurRad="-2147483648" dist="-2147483648" dir="7" algn="bl" rotWithShape="0">
              <a:srgbClr val="000000">
                <a:alpha val="1"/>
              </a:srgbClr>
            </a:outerShdw>
          </a:effectLst>
        </p:spPr>
      </p:sp>
      <p:pic>
        <p:nvPicPr>
          <p:cNvPr id="22" name="Image 3" descr="preencoded.png"/>
          <p:cNvPicPr>
            <a:picLocks noChangeAspect="1"/>
          </p:cNvPicPr>
          <p:nvPr/>
        </p:nvPicPr>
        <p:blipFill>
          <a:blip r:embed="rId1">
            <a:extLst>
              <a:ext uri="{96DAC541-7B7A-43D3-8B79-37D633B846F1}">
                <asvg:svgBlip xmlns:asvg="http://schemas.microsoft.com/office/drawing/2016/SVG/main" r:embed="rId5"/>
              </a:ext>
            </a:extLst>
          </a:blip>
          <a:stretch>
            <a:fillRect/>
          </a:stretch>
        </p:blipFill>
        <p:spPr>
          <a:xfrm>
            <a:off x="8705088" y="3602736"/>
            <a:ext cx="365760" cy="365760"/>
          </a:xfrm>
          <a:prstGeom prst="rect">
            <a:avLst/>
          </a:prstGeom>
        </p:spPr>
      </p:pic>
      <p:sp>
        <p:nvSpPr>
          <p:cNvPr id="23" name="Shape 17"/>
          <p:cNvSpPr/>
          <p:nvPr/>
        </p:nvSpPr>
        <p:spPr>
          <a:xfrm>
            <a:off x="8430768" y="2258568"/>
            <a:ext cx="941832" cy="329184"/>
          </a:xfrm>
          <a:prstGeom prst="roundRect">
            <a:avLst>
              <a:gd name="adj" fmla="val 50000"/>
            </a:avLst>
          </a:prstGeom>
          <a:solidFill>
            <a:srgbClr val="FFF3CD"/>
          </a:solidFill>
          <a:ln w="12700">
            <a:solidFill>
              <a:srgbClr val="FFF3CD">
                <a:alpha val="0"/>
              </a:srgbClr>
            </a:solidFill>
            <a:prstDash val="solid"/>
          </a:ln>
        </p:spPr>
      </p:sp>
      <p:sp>
        <p:nvSpPr>
          <p:cNvPr id="24" name="Text 18"/>
          <p:cNvSpPr/>
          <p:nvPr/>
        </p:nvSpPr>
        <p:spPr>
          <a:xfrm>
            <a:off x="8540496" y="2331720"/>
            <a:ext cx="722376" cy="164592"/>
          </a:xfrm>
          <a:prstGeom prst="rect">
            <a:avLst/>
          </a:prstGeom>
          <a:noFill/>
        </p:spPr>
        <p:txBody>
          <a:bodyPr wrap="square" lIns="0" tIns="0" rIns="0" bIns="0" rtlCol="0" anchor="ctr"/>
          <a:lstStyle/>
          <a:p>
            <a:pPr marL="0" indent="0" algn="ctr">
              <a:buNone/>
            </a:pPr>
            <a:r>
              <a:rPr lang="en-US" sz="940" b="1" dirty="0">
                <a:solidFill>
                  <a:srgbClr val="F1C75B"/>
                </a:solidFill>
                <a:latin typeface="Arial" panose="020B0604020202020204" pitchFamily="34" charset="0"/>
                <a:ea typeface="Arial" panose="020B0604020202020204" pitchFamily="34" charset="0"/>
                <a:cs typeface="Arial" panose="020B0604020202020204" pitchFamily="34" charset="0"/>
              </a:rPr>
              <a:t>UC 04</a:t>
            </a:r>
            <a:endParaRPr lang="en-US" sz="940" dirty="0"/>
          </a:p>
        </p:txBody>
      </p:sp>
      <p:sp>
        <p:nvSpPr>
          <p:cNvPr id="25" name="Text 19"/>
          <p:cNvSpPr/>
          <p:nvPr/>
        </p:nvSpPr>
        <p:spPr>
          <a:xfrm>
            <a:off x="8055864" y="4480560"/>
            <a:ext cx="1664208" cy="640080"/>
          </a:xfrm>
          <a:prstGeom prst="rect">
            <a:avLst/>
          </a:prstGeom>
          <a:noFill/>
        </p:spPr>
        <p:txBody>
          <a:bodyPr wrap="square" lIns="0" tIns="0" rIns="0" bIns="0" rtlCol="0" anchor="ctr">
            <a:normAutofit/>
          </a:bodyPr>
          <a:lstStyle/>
          <a:p>
            <a:pPr marL="0" indent="0" algn="ctr">
              <a:buNone/>
            </a:pPr>
            <a:r>
              <a:rPr lang="en-US" sz="1200" b="1" dirty="0">
                <a:solidFill>
                  <a:srgbClr val="12212F"/>
                </a:solidFill>
                <a:latin typeface="Arial" panose="020B0604020202020204" pitchFamily="34" charset="0"/>
                <a:ea typeface="Arial" panose="020B0604020202020204" pitchFamily="34" charset="0"/>
                <a:cs typeface="Arial" panose="020B0604020202020204" pitchFamily="34" charset="0"/>
              </a:rPr>
              <a:t>Group</a:t>
            </a:r>
            <a:endParaRPr lang="en-US" sz="1200" dirty="0"/>
          </a:p>
          <a:p>
            <a:pPr marL="0" indent="0" algn="ctr">
              <a:buNone/>
            </a:pPr>
            <a:r>
              <a:rPr lang="en-US" sz="1200" b="1" dirty="0">
                <a:solidFill>
                  <a:srgbClr val="12212F"/>
                </a:solidFill>
                <a:latin typeface="Arial" panose="020B0604020202020204" pitchFamily="34" charset="0"/>
                <a:ea typeface="Arial" panose="020B0604020202020204" pitchFamily="34" charset="0"/>
                <a:cs typeface="Arial" panose="020B0604020202020204" pitchFamily="34" charset="0"/>
              </a:rPr>
              <a:t>Collaboration</a:t>
            </a:r>
            <a:endParaRPr lang="en-US" sz="1200" dirty="0"/>
          </a:p>
        </p:txBody>
      </p:sp>
      <p:sp>
        <p:nvSpPr>
          <p:cNvPr id="26" name="Shape 20"/>
          <p:cNvSpPr/>
          <p:nvPr/>
        </p:nvSpPr>
        <p:spPr>
          <a:xfrm>
            <a:off x="10954512" y="3364992"/>
            <a:ext cx="841248" cy="841248"/>
          </a:xfrm>
          <a:prstGeom prst="ellipse">
            <a:avLst/>
          </a:prstGeom>
          <a:solidFill>
            <a:srgbClr val="FFFFFF"/>
          </a:solidFill>
          <a:ln w="25400">
            <a:solidFill>
              <a:srgbClr val="FF6B3D"/>
            </a:solidFill>
            <a:prstDash val="solid"/>
          </a:ln>
          <a:effectLst>
            <a:outerShdw blurRad="-2147483648" dist="-2147483648" dir="4" algn="bl" rotWithShape="0">
              <a:srgbClr val="000000">
                <a:alpha val="1"/>
              </a:srgbClr>
            </a:outerShdw>
          </a:effectLst>
        </p:spPr>
      </p:sp>
      <p:pic>
        <p:nvPicPr>
          <p:cNvPr id="27" name="Image 4" descr="preencoded.png"/>
          <p:cNvPicPr>
            <a:picLocks noChangeAspect="1"/>
          </p:cNvPicPr>
          <p:nvPr/>
        </p:nvPicPr>
        <p:blipFill>
          <a:blip r:embed="rId1">
            <a:extLst>
              <a:ext uri="{96DAC541-7B7A-43D3-8B79-37D633B846F1}">
                <asvg:svgBlip xmlns:asvg="http://schemas.microsoft.com/office/drawing/2016/SVG/main" r:embed="rId6"/>
              </a:ext>
            </a:extLst>
          </a:blip>
          <a:stretch>
            <a:fillRect/>
          </a:stretch>
        </p:blipFill>
        <p:spPr>
          <a:xfrm>
            <a:off x="11192256" y="3602736"/>
            <a:ext cx="365760" cy="365760"/>
          </a:xfrm>
          <a:prstGeom prst="rect">
            <a:avLst/>
          </a:prstGeom>
        </p:spPr>
      </p:pic>
      <p:sp>
        <p:nvSpPr>
          <p:cNvPr id="28" name="Shape 21"/>
          <p:cNvSpPr/>
          <p:nvPr/>
        </p:nvSpPr>
        <p:spPr>
          <a:xfrm>
            <a:off x="10917936" y="2258568"/>
            <a:ext cx="941832" cy="329184"/>
          </a:xfrm>
          <a:prstGeom prst="roundRect">
            <a:avLst>
              <a:gd name="adj" fmla="val 50000"/>
            </a:avLst>
          </a:prstGeom>
          <a:solidFill>
            <a:srgbClr val="FFE9DE"/>
          </a:solidFill>
          <a:ln w="12700">
            <a:solidFill>
              <a:srgbClr val="FFE9DE">
                <a:alpha val="0"/>
              </a:srgbClr>
            </a:solidFill>
            <a:prstDash val="solid"/>
          </a:ln>
        </p:spPr>
      </p:sp>
      <p:sp>
        <p:nvSpPr>
          <p:cNvPr id="29" name="Text 22"/>
          <p:cNvSpPr/>
          <p:nvPr/>
        </p:nvSpPr>
        <p:spPr>
          <a:xfrm>
            <a:off x="11027664" y="2331720"/>
            <a:ext cx="722376" cy="164592"/>
          </a:xfrm>
          <a:prstGeom prst="rect">
            <a:avLst/>
          </a:prstGeom>
          <a:noFill/>
        </p:spPr>
        <p:txBody>
          <a:bodyPr wrap="square" lIns="0" tIns="0" rIns="0" bIns="0" rtlCol="0" anchor="ctr"/>
          <a:lstStyle/>
          <a:p>
            <a:pPr marL="0" indent="0" algn="ctr">
              <a:buNone/>
            </a:pPr>
            <a:r>
              <a:rPr lang="en-US" sz="940" b="1" dirty="0">
                <a:solidFill>
                  <a:srgbClr val="FF6B3D"/>
                </a:solidFill>
                <a:latin typeface="Arial" panose="020B0604020202020204" pitchFamily="34" charset="0"/>
                <a:ea typeface="Arial" panose="020B0604020202020204" pitchFamily="34" charset="0"/>
                <a:cs typeface="Arial" panose="020B0604020202020204" pitchFamily="34" charset="0"/>
              </a:rPr>
              <a:t>UC 05</a:t>
            </a:r>
            <a:endParaRPr lang="en-US" sz="940" dirty="0"/>
          </a:p>
        </p:txBody>
      </p:sp>
      <p:sp>
        <p:nvSpPr>
          <p:cNvPr id="30" name="Text 23"/>
          <p:cNvSpPr/>
          <p:nvPr/>
        </p:nvSpPr>
        <p:spPr>
          <a:xfrm>
            <a:off x="10543032" y="4480560"/>
            <a:ext cx="1664208" cy="640080"/>
          </a:xfrm>
          <a:prstGeom prst="rect">
            <a:avLst/>
          </a:prstGeom>
          <a:noFill/>
        </p:spPr>
        <p:txBody>
          <a:bodyPr wrap="square" lIns="0" tIns="0" rIns="0" bIns="0" rtlCol="0" anchor="ctr">
            <a:normAutofit/>
          </a:bodyPr>
          <a:lstStyle/>
          <a:p>
            <a:pPr marL="0" indent="0" algn="ctr">
              <a:buNone/>
            </a:pPr>
            <a:r>
              <a:rPr lang="en-US" sz="1200" b="1" dirty="0">
                <a:solidFill>
                  <a:srgbClr val="12212F"/>
                </a:solidFill>
                <a:latin typeface="Arial" panose="020B0604020202020204" pitchFamily="34" charset="0"/>
                <a:ea typeface="Arial" panose="020B0604020202020204" pitchFamily="34" charset="0"/>
                <a:cs typeface="Arial" panose="020B0604020202020204" pitchFamily="34" charset="0"/>
              </a:rPr>
              <a:t>AI Packing +</a:t>
            </a:r>
            <a:endParaRPr lang="en-US" sz="1200" dirty="0"/>
          </a:p>
          <a:p>
            <a:pPr marL="0" indent="0" algn="ctr">
              <a:buNone/>
            </a:pPr>
            <a:r>
              <a:rPr lang="en-US" sz="1200" b="1" dirty="0">
                <a:solidFill>
                  <a:srgbClr val="12212F"/>
                </a:solidFill>
                <a:latin typeface="Arial" panose="020B0604020202020204" pitchFamily="34" charset="0"/>
                <a:ea typeface="Arial" panose="020B0604020202020204" pitchFamily="34" charset="0"/>
                <a:cs typeface="Arial" panose="020B0604020202020204" pitchFamily="34" charset="0"/>
              </a:rPr>
              <a:t>Shared Luggage</a:t>
            </a:r>
            <a:endParaRPr lang="en-US" sz="1200" dirty="0"/>
          </a:p>
        </p:txBody>
      </p:sp>
      <p:sp>
        <p:nvSpPr>
          <p:cNvPr id="31" name="Shape 24"/>
          <p:cNvSpPr/>
          <p:nvPr/>
        </p:nvSpPr>
        <p:spPr>
          <a:xfrm>
            <a:off x="2039112" y="5495544"/>
            <a:ext cx="8147304" cy="475488"/>
          </a:xfrm>
          <a:prstGeom prst="roundRect">
            <a:avLst>
              <a:gd name="adj" fmla="val 23077"/>
            </a:avLst>
          </a:prstGeom>
          <a:solidFill>
            <a:srgbClr val="0B1F33"/>
          </a:solidFill>
          <a:ln w="12700">
            <a:solidFill>
              <a:srgbClr val="0B1F33">
                <a:alpha val="0"/>
              </a:srgbClr>
            </a:solidFill>
            <a:prstDash val="solid"/>
          </a:ln>
        </p:spPr>
      </p:sp>
      <p:sp>
        <p:nvSpPr>
          <p:cNvPr id="32" name="Text 25"/>
          <p:cNvSpPr/>
          <p:nvPr/>
        </p:nvSpPr>
        <p:spPr>
          <a:xfrm>
            <a:off x="2350008" y="5641848"/>
            <a:ext cx="7534656" cy="164592"/>
          </a:xfrm>
          <a:prstGeom prst="rect">
            <a:avLst/>
          </a:prstGeom>
          <a:noFill/>
        </p:spPr>
        <p:txBody>
          <a:bodyPr wrap="square" lIns="0" tIns="0" rIns="0" bIns="0" rtlCol="0" anchor="ctr"/>
          <a:lstStyle/>
          <a:p>
            <a:pPr marL="0" indent="0" algn="ctr">
              <a:buNone/>
            </a:pPr>
            <a:r>
              <a:rPr lang="en-US" sz="1140" b="1" dirty="0">
                <a:solidFill>
                  <a:srgbClr val="FFFFFF"/>
                </a:solidFill>
                <a:latin typeface="Arial" panose="020B0604020202020204" pitchFamily="34" charset="0"/>
                <a:ea typeface="Arial" panose="020B0604020202020204" pitchFamily="34" charset="0"/>
                <a:cs typeface="Arial" panose="020B0604020202020204" pitchFamily="34" charset="0"/>
              </a:rPr>
              <a:t>Create → Generate → Adjust → Collaborate → Prepare</a:t>
            </a:r>
            <a:endParaRPr lang="en-US" sz="1140" dirty="0"/>
          </a:p>
        </p:txBody>
      </p:sp>
      <p:sp>
        <p:nvSpPr>
          <p:cNvPr id="33" name="Text 26"/>
          <p:cNvSpPr/>
          <p:nvPr/>
        </p:nvSpPr>
        <p:spPr>
          <a:xfrm>
            <a:off x="7498080" y="6419088"/>
            <a:ext cx="3657600" cy="164592"/>
          </a:xfrm>
          <a:prstGeom prst="rect">
            <a:avLst/>
          </a:prstGeom>
          <a:noFill/>
        </p:spPr>
        <p:txBody>
          <a:bodyPr wrap="square" lIns="0" tIns="0" rIns="0" bIns="0" rtlCol="0" anchor="ctr"/>
          <a:lstStyle/>
          <a:p>
            <a:pPr marL="0" indent="0" algn="r">
              <a:buNone/>
            </a:pPr>
            <a:r>
              <a:rPr lang="en-US" sz="720" dirty="0">
                <a:solidFill>
                  <a:srgbClr val="82909D"/>
                </a:solidFill>
                <a:latin typeface="Arial" panose="020B0604020202020204" pitchFamily="34" charset="0"/>
                <a:ea typeface="Arial" panose="020B0604020202020204" pitchFamily="34" charset="0"/>
                <a:cs typeface="Arial" panose="020B0604020202020204" pitchFamily="34" charset="0"/>
              </a:rPr>
              <a:t>Source: Presentation Script + Use-Case Specification</a:t>
            </a:r>
            <a:endParaRPr lang="en-US" sz="720" dirty="0"/>
          </a:p>
        </p:txBody>
      </p:sp>
      <p:sp>
        <p:nvSpPr>
          <p:cNvPr id="34" name="Slide Number Placeholder 0"/>
          <p:cNvSpPr>
            <a:spLocks noGrp="1"/>
          </p:cNvSpPr>
          <p:nvPr>
            <p:ph type="sldNum" sz="quarter" idx="4294967295"/>
          </p:nvPr>
        </p:nvSpPr>
        <p:spPr>
          <a:xfrm>
            <a:off x="11384280" y="6409944"/>
            <a:ext cx="347472" cy="164592"/>
          </a:xfrm>
          <a:prstGeom prst="rect">
            <a:avLst/>
          </a:prstGeom>
        </p:spPr>
        <p:txBody>
          <a:bodyPr lIns="0" tIns="0" rIns="0" bIns="0"/>
          <a:lstStyle>
            <a:lvl1pPr>
              <a:defRPr sz="750">
                <a:solidFill>
                  <a:srgbClr val="687584"/>
                </a:solidFill>
                <a:latin typeface="Noto Sans"/>
                <a:ea typeface="Noto Sans"/>
                <a:cs typeface="Noto Sans"/>
              </a:defRPr>
            </a:lvl1pPr>
          </a:lstStyle>
          <a:p>
            <a:pPr algn="r"/>
            <a:fld id="{F7021451-1387-4CA6-816F-3879F97B5CBC}" type="slidenum">
              <a:rPr lang="en-US" b="0"/>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66928" y="411480"/>
            <a:ext cx="3931920" cy="201168"/>
          </a:xfrm>
          <a:prstGeom prst="rect">
            <a:avLst/>
          </a:prstGeom>
          <a:noFill/>
        </p:spPr>
        <p:txBody>
          <a:bodyPr wrap="square" lIns="0" tIns="0" rIns="0" bIns="0" rtlCol="0" anchor="ctr"/>
          <a:lstStyle/>
          <a:p>
            <a:pPr marL="0" indent="0">
              <a:buNone/>
            </a:pPr>
            <a:r>
              <a:rPr lang="en-US" sz="1000" b="1" kern="0" spc="110" dirty="0">
                <a:solidFill>
                  <a:srgbClr val="FF6B3D"/>
                </a:solidFill>
                <a:latin typeface="Arial" panose="020B0604020202020204" pitchFamily="34" charset="0"/>
                <a:ea typeface="Arial" panose="020B0604020202020204" pitchFamily="34" charset="0"/>
                <a:cs typeface="Arial" panose="020B0604020202020204" pitchFamily="34" charset="0"/>
              </a:rPr>
              <a:t>SOFTWARE REQUIREMENTS</a:t>
            </a:r>
            <a:endParaRPr lang="en-US" sz="1000" dirty="0"/>
          </a:p>
        </p:txBody>
      </p:sp>
      <p:sp>
        <p:nvSpPr>
          <p:cNvPr id="3" name="Text 1"/>
          <p:cNvSpPr/>
          <p:nvPr/>
        </p:nvSpPr>
        <p:spPr>
          <a:xfrm>
            <a:off x="566928" y="713232"/>
            <a:ext cx="10835640" cy="548640"/>
          </a:xfrm>
          <a:prstGeom prst="rect">
            <a:avLst/>
          </a:prstGeom>
          <a:noFill/>
        </p:spPr>
        <p:txBody>
          <a:bodyPr wrap="square" lIns="0" tIns="0" rIns="0" bIns="0" rtlCol="0" anchor="ctr"/>
          <a:lstStyle/>
          <a:p>
            <a:pPr marL="0" indent="0">
              <a:buNone/>
            </a:pPr>
            <a:r>
              <a:rPr lang="en-US" sz="2700" b="1" dirty="0">
                <a:solidFill>
                  <a:srgbClr val="12212F"/>
                </a:solidFill>
                <a:latin typeface="Arial" panose="020B0604020202020204" pitchFamily="34" charset="0"/>
                <a:ea typeface="Arial" panose="020B0604020202020204" pitchFamily="34" charset="0"/>
                <a:cs typeface="Arial" panose="020B0604020202020204" pitchFamily="34" charset="0"/>
              </a:rPr>
              <a:t>Non-Functional Requirements</a:t>
            </a:r>
            <a:endParaRPr lang="en-US" sz="2700" dirty="0"/>
          </a:p>
        </p:txBody>
      </p:sp>
      <p:sp>
        <p:nvSpPr>
          <p:cNvPr id="4" name="Text 2"/>
          <p:cNvSpPr/>
          <p:nvPr/>
        </p:nvSpPr>
        <p:spPr>
          <a:xfrm>
            <a:off x="566928" y="1316736"/>
            <a:ext cx="10515600" cy="420624"/>
          </a:xfrm>
          <a:prstGeom prst="rect">
            <a:avLst/>
          </a:prstGeom>
          <a:noFill/>
        </p:spPr>
        <p:txBody>
          <a:bodyPr wrap="square" lIns="0" tIns="0" rIns="0" bIns="0" rtlCol="0" anchor="ctr"/>
          <a:lstStyle/>
          <a:p>
            <a:pPr marL="0" indent="0">
              <a:buNone/>
            </a:pPr>
            <a:r>
              <a:rPr lang="en-US" sz="1300" dirty="0">
                <a:solidFill>
                  <a:srgbClr val="687584"/>
                </a:solidFill>
                <a:latin typeface="Arial" panose="020B0604020202020204" pitchFamily="34" charset="0"/>
                <a:ea typeface="Arial" panose="020B0604020202020204" pitchFamily="34" charset="0"/>
                <a:cs typeface="Arial" panose="020B0604020202020204" pitchFamily="34" charset="0"/>
              </a:rPr>
              <a:t>Quality goals shape both the user experience and architecture.</a:t>
            </a:r>
            <a:endParaRPr lang="en-US" sz="1300" dirty="0"/>
          </a:p>
        </p:txBody>
      </p:sp>
      <p:sp>
        <p:nvSpPr>
          <p:cNvPr id="5" name="Shape 3"/>
          <p:cNvSpPr/>
          <p:nvPr/>
        </p:nvSpPr>
        <p:spPr>
          <a:xfrm>
            <a:off x="621792" y="2057400"/>
            <a:ext cx="5394960" cy="1417320"/>
          </a:xfrm>
          <a:prstGeom prst="roundRect">
            <a:avLst>
              <a:gd name="adj" fmla="val 8387"/>
            </a:avLst>
          </a:prstGeom>
          <a:solidFill>
            <a:srgbClr val="FFFFFF"/>
          </a:solidFill>
          <a:ln w="12700">
            <a:solidFill>
              <a:srgbClr val="E1E6E9"/>
            </a:solidFill>
            <a:prstDash val="solid"/>
          </a:ln>
        </p:spPr>
      </p:sp>
      <p:sp>
        <p:nvSpPr>
          <p:cNvPr id="6" name="Shape 4"/>
          <p:cNvSpPr/>
          <p:nvPr/>
        </p:nvSpPr>
        <p:spPr>
          <a:xfrm>
            <a:off x="877824" y="2368296"/>
            <a:ext cx="475488" cy="475488"/>
          </a:xfrm>
          <a:prstGeom prst="ellipse">
            <a:avLst/>
          </a:prstGeom>
          <a:solidFill>
            <a:srgbClr val="FFE9DE"/>
          </a:solidFill>
          <a:ln w="12700">
            <a:solidFill>
              <a:srgbClr val="FFE9DE"/>
            </a:solidFill>
            <a:prstDash val="solid"/>
          </a:ln>
        </p:spPr>
      </p:sp>
      <p:pic>
        <p:nvPicPr>
          <p:cNvPr id="7" name="Image 0" descr="preencoded.png"/>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996696" y="2487168"/>
            <a:ext cx="237744" cy="237744"/>
          </a:xfrm>
          <a:prstGeom prst="rect">
            <a:avLst/>
          </a:prstGeom>
        </p:spPr>
      </p:pic>
      <p:sp>
        <p:nvSpPr>
          <p:cNvPr id="8" name="Text 5"/>
          <p:cNvSpPr/>
          <p:nvPr/>
        </p:nvSpPr>
        <p:spPr>
          <a:xfrm>
            <a:off x="1554480" y="2313432"/>
            <a:ext cx="2240280" cy="256032"/>
          </a:xfrm>
          <a:prstGeom prst="rect">
            <a:avLst/>
          </a:prstGeom>
          <a:noFill/>
        </p:spPr>
        <p:txBody>
          <a:bodyPr wrap="square" lIns="0" tIns="0" rIns="0" bIns="0" rtlCol="0" anchor="ctr"/>
          <a:lstStyle/>
          <a:p>
            <a:pPr marL="0" indent="0">
              <a:buNone/>
            </a:pPr>
            <a:r>
              <a:rPr lang="en-US" sz="1500" b="1" dirty="0">
                <a:solidFill>
                  <a:srgbClr val="12212F"/>
                </a:solidFill>
                <a:latin typeface="Arial" panose="020B0604020202020204" pitchFamily="34" charset="0"/>
                <a:ea typeface="Arial" panose="020B0604020202020204" pitchFamily="34" charset="0"/>
                <a:cs typeface="Arial" panose="020B0604020202020204" pitchFamily="34" charset="0"/>
              </a:rPr>
              <a:t>Usability</a:t>
            </a:r>
            <a:endParaRPr lang="en-US" sz="1500" dirty="0"/>
          </a:p>
        </p:txBody>
      </p:sp>
      <p:sp>
        <p:nvSpPr>
          <p:cNvPr id="9" name="Text 6"/>
          <p:cNvSpPr/>
          <p:nvPr/>
        </p:nvSpPr>
        <p:spPr>
          <a:xfrm>
            <a:off x="1554480" y="2697480"/>
            <a:ext cx="4050792" cy="429768"/>
          </a:xfrm>
          <a:prstGeom prst="rect">
            <a:avLst/>
          </a:prstGeom>
          <a:noFill/>
        </p:spPr>
        <p:txBody>
          <a:bodyPr wrap="square" lIns="0" tIns="0" rIns="0" bIns="0" rtlCol="0" anchor="ctr">
            <a:normAutofit/>
          </a:bodyPr>
          <a:lstStyle/>
          <a:p>
            <a:pPr marL="0" indent="0">
              <a:buNone/>
            </a:pPr>
            <a:r>
              <a:rPr lang="en-US" sz="1060" dirty="0">
                <a:solidFill>
                  <a:srgbClr val="687584"/>
                </a:solidFill>
                <a:latin typeface="Arial" panose="020B0604020202020204" pitchFamily="34" charset="0"/>
                <a:ea typeface="Arial" panose="020B0604020202020204" pitchFamily="34" charset="0"/>
                <a:cs typeface="Arial" panose="020B0604020202020204" pitchFamily="34" charset="0"/>
              </a:rPr>
              <a:t>Intuitive UI; no complex technical skills required</a:t>
            </a:r>
            <a:endParaRPr lang="en-US" sz="1060" dirty="0"/>
          </a:p>
        </p:txBody>
      </p:sp>
      <p:sp>
        <p:nvSpPr>
          <p:cNvPr id="10" name="Shape 7"/>
          <p:cNvSpPr/>
          <p:nvPr/>
        </p:nvSpPr>
        <p:spPr>
          <a:xfrm>
            <a:off x="6172200" y="2057400"/>
            <a:ext cx="5394960" cy="1417320"/>
          </a:xfrm>
          <a:prstGeom prst="roundRect">
            <a:avLst>
              <a:gd name="adj" fmla="val 8387"/>
            </a:avLst>
          </a:prstGeom>
          <a:solidFill>
            <a:srgbClr val="FFFFFF"/>
          </a:solidFill>
          <a:ln w="12700">
            <a:solidFill>
              <a:srgbClr val="E1E6E9"/>
            </a:solidFill>
            <a:prstDash val="solid"/>
          </a:ln>
        </p:spPr>
      </p:sp>
      <p:sp>
        <p:nvSpPr>
          <p:cNvPr id="11" name="Shape 8"/>
          <p:cNvSpPr/>
          <p:nvPr/>
        </p:nvSpPr>
        <p:spPr>
          <a:xfrm>
            <a:off x="6428232" y="2368296"/>
            <a:ext cx="475488" cy="475488"/>
          </a:xfrm>
          <a:prstGeom prst="ellipse">
            <a:avLst/>
          </a:prstGeom>
          <a:solidFill>
            <a:srgbClr val="DDF5F1"/>
          </a:solidFill>
          <a:ln w="12700">
            <a:solidFill>
              <a:srgbClr val="DDF5F1"/>
            </a:solidFill>
            <a:prstDash val="solid"/>
          </a:ln>
        </p:spPr>
      </p:sp>
      <p:pic>
        <p:nvPicPr>
          <p:cNvPr id="12" name="Image 1"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547104" y="2487168"/>
            <a:ext cx="237744" cy="237744"/>
          </a:xfrm>
          <a:prstGeom prst="rect">
            <a:avLst/>
          </a:prstGeom>
        </p:spPr>
      </p:pic>
      <p:sp>
        <p:nvSpPr>
          <p:cNvPr id="13" name="Text 9"/>
          <p:cNvSpPr/>
          <p:nvPr/>
        </p:nvSpPr>
        <p:spPr>
          <a:xfrm>
            <a:off x="7104888" y="2313432"/>
            <a:ext cx="2240280" cy="256032"/>
          </a:xfrm>
          <a:prstGeom prst="rect">
            <a:avLst/>
          </a:prstGeom>
          <a:noFill/>
        </p:spPr>
        <p:txBody>
          <a:bodyPr wrap="square" lIns="0" tIns="0" rIns="0" bIns="0" rtlCol="0" anchor="ctr"/>
          <a:lstStyle/>
          <a:p>
            <a:pPr marL="0" indent="0">
              <a:buNone/>
            </a:pPr>
            <a:r>
              <a:rPr lang="en-US" sz="1500" b="1" dirty="0">
                <a:solidFill>
                  <a:srgbClr val="12212F"/>
                </a:solidFill>
                <a:latin typeface="Arial" panose="020B0604020202020204" pitchFamily="34" charset="0"/>
                <a:ea typeface="Arial" panose="020B0604020202020204" pitchFamily="34" charset="0"/>
                <a:cs typeface="Arial" panose="020B0604020202020204" pitchFamily="34" charset="0"/>
              </a:rPr>
              <a:t>Performance</a:t>
            </a:r>
            <a:endParaRPr lang="en-US" sz="1500" dirty="0"/>
          </a:p>
        </p:txBody>
      </p:sp>
      <p:sp>
        <p:nvSpPr>
          <p:cNvPr id="14" name="Text 10"/>
          <p:cNvSpPr/>
          <p:nvPr/>
        </p:nvSpPr>
        <p:spPr>
          <a:xfrm>
            <a:off x="7104888" y="2697480"/>
            <a:ext cx="4050792" cy="429768"/>
          </a:xfrm>
          <a:prstGeom prst="rect">
            <a:avLst/>
          </a:prstGeom>
          <a:noFill/>
        </p:spPr>
        <p:txBody>
          <a:bodyPr wrap="square" lIns="0" tIns="0" rIns="0" bIns="0" rtlCol="0" anchor="ctr">
            <a:normAutofit/>
          </a:bodyPr>
          <a:lstStyle/>
          <a:p>
            <a:pPr marL="0" indent="0">
              <a:buNone/>
            </a:pPr>
            <a:r>
              <a:rPr lang="en-US" sz="1060" dirty="0">
                <a:solidFill>
                  <a:srgbClr val="687584"/>
                </a:solidFill>
                <a:latin typeface="Arial" panose="020B0604020202020204" pitchFamily="34" charset="0"/>
                <a:ea typeface="Arial" panose="020B0604020202020204" pitchFamily="34" charset="0"/>
                <a:cs typeface="Arial" panose="020B0604020202020204" pitchFamily="34" charset="0"/>
              </a:rPr>
              <a:t>AI generates complete itineraries within seconds</a:t>
            </a:r>
            <a:endParaRPr lang="en-US" sz="1060" dirty="0"/>
          </a:p>
        </p:txBody>
      </p:sp>
      <p:sp>
        <p:nvSpPr>
          <p:cNvPr id="15" name="Shape 11"/>
          <p:cNvSpPr/>
          <p:nvPr/>
        </p:nvSpPr>
        <p:spPr>
          <a:xfrm>
            <a:off x="621792" y="3913632"/>
            <a:ext cx="5394960" cy="1417320"/>
          </a:xfrm>
          <a:prstGeom prst="roundRect">
            <a:avLst>
              <a:gd name="adj" fmla="val 8387"/>
            </a:avLst>
          </a:prstGeom>
          <a:solidFill>
            <a:srgbClr val="FFFFFF"/>
          </a:solidFill>
          <a:ln w="12700">
            <a:solidFill>
              <a:srgbClr val="E1E6E9"/>
            </a:solidFill>
            <a:prstDash val="solid"/>
          </a:ln>
        </p:spPr>
      </p:sp>
      <p:sp>
        <p:nvSpPr>
          <p:cNvPr id="16" name="Shape 12"/>
          <p:cNvSpPr/>
          <p:nvPr/>
        </p:nvSpPr>
        <p:spPr>
          <a:xfrm>
            <a:off x="877824" y="4224528"/>
            <a:ext cx="475488" cy="475488"/>
          </a:xfrm>
          <a:prstGeom prst="ellipse">
            <a:avLst/>
          </a:prstGeom>
          <a:solidFill>
            <a:srgbClr val="E5F2FF"/>
          </a:solidFill>
          <a:ln w="12700">
            <a:solidFill>
              <a:srgbClr val="E5F2FF"/>
            </a:solidFill>
            <a:prstDash val="solid"/>
          </a:ln>
        </p:spPr>
      </p:sp>
      <p:pic>
        <p:nvPicPr>
          <p:cNvPr id="17" name="Image 2" descr="preencoded.png"/>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996696" y="4343400"/>
            <a:ext cx="237744" cy="237744"/>
          </a:xfrm>
          <a:prstGeom prst="rect">
            <a:avLst/>
          </a:prstGeom>
        </p:spPr>
      </p:pic>
      <p:sp>
        <p:nvSpPr>
          <p:cNvPr id="18" name="Text 13"/>
          <p:cNvSpPr/>
          <p:nvPr/>
        </p:nvSpPr>
        <p:spPr>
          <a:xfrm>
            <a:off x="1554480" y="4169664"/>
            <a:ext cx="2240280" cy="256032"/>
          </a:xfrm>
          <a:prstGeom prst="rect">
            <a:avLst/>
          </a:prstGeom>
          <a:noFill/>
        </p:spPr>
        <p:txBody>
          <a:bodyPr wrap="square" lIns="0" tIns="0" rIns="0" bIns="0" rtlCol="0" anchor="ctr"/>
          <a:lstStyle/>
          <a:p>
            <a:pPr marL="0" indent="0">
              <a:buNone/>
            </a:pPr>
            <a:r>
              <a:rPr lang="en-US" sz="1500" b="1" dirty="0">
                <a:solidFill>
                  <a:srgbClr val="12212F"/>
                </a:solidFill>
                <a:latin typeface="Arial" panose="020B0604020202020204" pitchFamily="34" charset="0"/>
                <a:ea typeface="Arial" panose="020B0604020202020204" pitchFamily="34" charset="0"/>
                <a:cs typeface="Arial" panose="020B0604020202020204" pitchFamily="34" charset="0"/>
              </a:rPr>
              <a:t>Security &amp; Access</a:t>
            </a:r>
            <a:endParaRPr lang="en-US" sz="1500" dirty="0"/>
          </a:p>
        </p:txBody>
      </p:sp>
      <p:sp>
        <p:nvSpPr>
          <p:cNvPr id="19" name="Text 14"/>
          <p:cNvSpPr/>
          <p:nvPr/>
        </p:nvSpPr>
        <p:spPr>
          <a:xfrm>
            <a:off x="1554480" y="4553712"/>
            <a:ext cx="4050792" cy="429768"/>
          </a:xfrm>
          <a:prstGeom prst="rect">
            <a:avLst/>
          </a:prstGeom>
          <a:noFill/>
        </p:spPr>
        <p:txBody>
          <a:bodyPr wrap="square" lIns="0" tIns="0" rIns="0" bIns="0" rtlCol="0" anchor="ctr">
            <a:normAutofit/>
          </a:bodyPr>
          <a:lstStyle/>
          <a:p>
            <a:pPr marL="0" indent="0">
              <a:buNone/>
            </a:pPr>
            <a:r>
              <a:rPr lang="en-US" sz="1060" dirty="0">
                <a:solidFill>
                  <a:srgbClr val="687584"/>
                </a:solidFill>
                <a:latin typeface="Arial" panose="020B0604020202020204" pitchFamily="34" charset="0"/>
                <a:ea typeface="Arial" panose="020B0604020202020204" pitchFamily="34" charset="0"/>
                <a:cs typeface="Arial" panose="020B0604020202020204" pitchFamily="34" charset="0"/>
              </a:rPr>
              <a:t>Secure invite tokens + Role-Based Access Control</a:t>
            </a:r>
            <a:endParaRPr lang="en-US" sz="1060" dirty="0"/>
          </a:p>
        </p:txBody>
      </p:sp>
      <p:sp>
        <p:nvSpPr>
          <p:cNvPr id="20" name="Shape 15"/>
          <p:cNvSpPr/>
          <p:nvPr/>
        </p:nvSpPr>
        <p:spPr>
          <a:xfrm>
            <a:off x="6172200" y="3913632"/>
            <a:ext cx="5394960" cy="1417320"/>
          </a:xfrm>
          <a:prstGeom prst="roundRect">
            <a:avLst>
              <a:gd name="adj" fmla="val 8387"/>
            </a:avLst>
          </a:prstGeom>
          <a:solidFill>
            <a:srgbClr val="FFFFFF"/>
          </a:solidFill>
          <a:ln w="12700">
            <a:solidFill>
              <a:srgbClr val="E1E6E9"/>
            </a:solidFill>
            <a:prstDash val="solid"/>
          </a:ln>
        </p:spPr>
      </p:sp>
      <p:sp>
        <p:nvSpPr>
          <p:cNvPr id="21" name="Shape 16"/>
          <p:cNvSpPr/>
          <p:nvPr/>
        </p:nvSpPr>
        <p:spPr>
          <a:xfrm>
            <a:off x="6428232" y="4224528"/>
            <a:ext cx="475488" cy="475488"/>
          </a:xfrm>
          <a:prstGeom prst="ellipse">
            <a:avLst/>
          </a:prstGeom>
          <a:solidFill>
            <a:srgbClr val="FFF3CD"/>
          </a:solidFill>
          <a:ln w="12700">
            <a:solidFill>
              <a:srgbClr val="FFF3CD"/>
            </a:solidFill>
            <a:prstDash val="solid"/>
          </a:ln>
        </p:spPr>
      </p:sp>
      <p:pic>
        <p:nvPicPr>
          <p:cNvPr id="22" name="Image 3" descr="preencoded.png"/>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6547104" y="4343400"/>
            <a:ext cx="237744" cy="237744"/>
          </a:xfrm>
          <a:prstGeom prst="rect">
            <a:avLst/>
          </a:prstGeom>
        </p:spPr>
      </p:pic>
      <p:sp>
        <p:nvSpPr>
          <p:cNvPr id="23" name="Text 17"/>
          <p:cNvSpPr/>
          <p:nvPr/>
        </p:nvSpPr>
        <p:spPr>
          <a:xfrm>
            <a:off x="7104888" y="4169664"/>
            <a:ext cx="2240280" cy="256032"/>
          </a:xfrm>
          <a:prstGeom prst="rect">
            <a:avLst/>
          </a:prstGeom>
          <a:noFill/>
        </p:spPr>
        <p:txBody>
          <a:bodyPr wrap="square" lIns="0" tIns="0" rIns="0" bIns="0" rtlCol="0" anchor="ctr"/>
          <a:lstStyle/>
          <a:p>
            <a:pPr marL="0" indent="0">
              <a:buNone/>
            </a:pPr>
            <a:r>
              <a:rPr lang="en-US" sz="1500" b="1" dirty="0">
                <a:solidFill>
                  <a:srgbClr val="12212F"/>
                </a:solidFill>
                <a:latin typeface="Arial" panose="020B0604020202020204" pitchFamily="34" charset="0"/>
                <a:ea typeface="Arial" panose="020B0604020202020204" pitchFamily="34" charset="0"/>
                <a:cs typeface="Arial" panose="020B0604020202020204" pitchFamily="34" charset="0"/>
              </a:rPr>
              <a:t>Compatibility</a:t>
            </a:r>
            <a:endParaRPr lang="en-US" sz="1500" dirty="0"/>
          </a:p>
        </p:txBody>
      </p:sp>
      <p:sp>
        <p:nvSpPr>
          <p:cNvPr id="24" name="Text 18"/>
          <p:cNvSpPr/>
          <p:nvPr/>
        </p:nvSpPr>
        <p:spPr>
          <a:xfrm>
            <a:off x="7104888" y="4553712"/>
            <a:ext cx="4050792" cy="429768"/>
          </a:xfrm>
          <a:prstGeom prst="rect">
            <a:avLst/>
          </a:prstGeom>
          <a:noFill/>
        </p:spPr>
        <p:txBody>
          <a:bodyPr wrap="square" lIns="0" tIns="0" rIns="0" bIns="0" rtlCol="0" anchor="ctr">
            <a:normAutofit/>
          </a:bodyPr>
          <a:lstStyle/>
          <a:p>
            <a:pPr marL="0" indent="0">
              <a:buNone/>
            </a:pPr>
            <a:r>
              <a:rPr lang="en-US" sz="1060" dirty="0">
                <a:solidFill>
                  <a:srgbClr val="687584"/>
                </a:solidFill>
                <a:latin typeface="Arial" panose="020B0604020202020204" pitchFamily="34" charset="0"/>
                <a:ea typeface="Arial" panose="020B0604020202020204" pitchFamily="34" charset="0"/>
                <a:cs typeface="Arial" panose="020B0604020202020204" pitchFamily="34" charset="0"/>
              </a:rPr>
              <a:t>Responsive web app from mobile to desktop</a:t>
            </a:r>
            <a:endParaRPr lang="en-US" sz="1060" dirty="0"/>
          </a:p>
        </p:txBody>
      </p:sp>
      <p:sp>
        <p:nvSpPr>
          <p:cNvPr id="25" name="Shape 19"/>
          <p:cNvSpPr/>
          <p:nvPr/>
        </p:nvSpPr>
        <p:spPr>
          <a:xfrm>
            <a:off x="1572768" y="5596128"/>
            <a:ext cx="9052560" cy="466344"/>
          </a:xfrm>
          <a:prstGeom prst="roundRect">
            <a:avLst>
              <a:gd name="adj" fmla="val 19608"/>
            </a:avLst>
          </a:prstGeom>
          <a:solidFill>
            <a:srgbClr val="EEF1F3"/>
          </a:solidFill>
          <a:ln w="12700">
            <a:solidFill>
              <a:srgbClr val="EEF1F3">
                <a:alpha val="0"/>
              </a:srgbClr>
            </a:solidFill>
            <a:prstDash val="solid"/>
          </a:ln>
        </p:spPr>
      </p:sp>
      <p:pic>
        <p:nvPicPr>
          <p:cNvPr id="26" name="Image 4" descr="preencoded.png"/>
          <p:cNvPicPr>
            <a:picLocks noChangeAspect="1"/>
          </p:cNvPicPr>
          <p:nvPr/>
        </p:nvPicPr>
        <p:blipFill>
          <a:blip r:embed="rId5">
            <a:extLst>
              <a:ext uri="{96DAC541-7B7A-43D3-8B79-37D633B846F1}">
                <asvg:svgBlip xmlns:asvg="http://schemas.microsoft.com/office/drawing/2016/SVG/main" r:embed="rId9"/>
              </a:ext>
            </a:extLst>
          </a:blip>
          <a:stretch>
            <a:fillRect/>
          </a:stretch>
        </p:blipFill>
        <p:spPr>
          <a:xfrm>
            <a:off x="1901952" y="5715000"/>
            <a:ext cx="201168" cy="201168"/>
          </a:xfrm>
          <a:prstGeom prst="rect">
            <a:avLst/>
          </a:prstGeom>
        </p:spPr>
      </p:pic>
      <p:sp>
        <p:nvSpPr>
          <p:cNvPr id="27" name="Text 20"/>
          <p:cNvSpPr/>
          <p:nvPr/>
        </p:nvSpPr>
        <p:spPr>
          <a:xfrm>
            <a:off x="2231136" y="5687568"/>
            <a:ext cx="8028432" cy="182880"/>
          </a:xfrm>
          <a:prstGeom prst="rect">
            <a:avLst/>
          </a:prstGeom>
          <a:noFill/>
        </p:spPr>
        <p:txBody>
          <a:bodyPr wrap="square" lIns="0" tIns="0" rIns="0" bIns="0" rtlCol="0" anchor="ctr"/>
          <a:lstStyle/>
          <a:p>
            <a:pPr marL="0" indent="0" algn="ctr">
              <a:buNone/>
            </a:pPr>
            <a:r>
              <a:rPr lang="en-US" sz="1020" b="1" dirty="0">
                <a:solidFill>
                  <a:srgbClr val="0B1F33"/>
                </a:solidFill>
                <a:latin typeface="Arial" panose="020B0604020202020204" pitchFamily="34" charset="0"/>
                <a:ea typeface="Arial" panose="020B0604020202020204" pitchFamily="34" charset="0"/>
                <a:cs typeface="Arial" panose="020B0604020202020204" pitchFamily="34" charset="0"/>
              </a:rPr>
              <a:t>Project constraints: zero budget • open-source/free services • fixed 9-week development schedule</a:t>
            </a:r>
            <a:endParaRPr lang="en-US" sz="1020" dirty="0"/>
          </a:p>
        </p:txBody>
      </p:sp>
      <p:sp>
        <p:nvSpPr>
          <p:cNvPr id="28" name="Text 21"/>
          <p:cNvSpPr/>
          <p:nvPr/>
        </p:nvSpPr>
        <p:spPr>
          <a:xfrm>
            <a:off x="7498080" y="6419088"/>
            <a:ext cx="3657600" cy="164592"/>
          </a:xfrm>
          <a:prstGeom prst="rect">
            <a:avLst/>
          </a:prstGeom>
          <a:noFill/>
        </p:spPr>
        <p:txBody>
          <a:bodyPr wrap="square" lIns="0" tIns="0" rIns="0" bIns="0" rtlCol="0" anchor="ctr"/>
          <a:lstStyle/>
          <a:p>
            <a:pPr marL="0" indent="0" algn="r">
              <a:buNone/>
            </a:pPr>
            <a:r>
              <a:rPr lang="en-US" sz="720" dirty="0">
                <a:solidFill>
                  <a:srgbClr val="82909D"/>
                </a:solidFill>
                <a:latin typeface="Arial" panose="020B0604020202020204" pitchFamily="34" charset="0"/>
                <a:ea typeface="Arial" panose="020B0604020202020204" pitchFamily="34" charset="0"/>
                <a:cs typeface="Arial" panose="020B0604020202020204" pitchFamily="34" charset="0"/>
              </a:rPr>
              <a:t>Source: Vision v1.1 + SAD v1.3</a:t>
            </a:r>
            <a:endParaRPr lang="en-US" sz="720" dirty="0"/>
          </a:p>
        </p:txBody>
      </p:sp>
      <p:sp>
        <p:nvSpPr>
          <p:cNvPr id="29" name="Slide Number Placeholder 0"/>
          <p:cNvSpPr>
            <a:spLocks noGrp="1"/>
          </p:cNvSpPr>
          <p:nvPr>
            <p:ph type="sldNum" sz="quarter" idx="4294967295"/>
          </p:nvPr>
        </p:nvSpPr>
        <p:spPr>
          <a:xfrm>
            <a:off x="11384280" y="6409944"/>
            <a:ext cx="347472" cy="164592"/>
          </a:xfrm>
          <a:prstGeom prst="rect">
            <a:avLst/>
          </a:prstGeom>
        </p:spPr>
        <p:txBody>
          <a:bodyPr lIns="0" tIns="0" rIns="0" bIns="0"/>
          <a:lstStyle>
            <a:lvl1pPr>
              <a:defRPr sz="750">
                <a:solidFill>
                  <a:srgbClr val="687584"/>
                </a:solidFill>
                <a:latin typeface="Noto Sans"/>
                <a:ea typeface="Noto Sans"/>
                <a:cs typeface="Noto Sans"/>
              </a:defRPr>
            </a:lvl1pPr>
          </a:lstStyle>
          <a:p>
            <a:pPr algn="r"/>
            <a:fld id="{F7021451-1387-4CA6-816F-3879F97B5CBC}" type="slidenum">
              <a:rPr lang="en-US" b="0"/>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66928" y="411480"/>
            <a:ext cx="3931920" cy="201168"/>
          </a:xfrm>
          <a:prstGeom prst="rect">
            <a:avLst/>
          </a:prstGeom>
          <a:noFill/>
        </p:spPr>
        <p:txBody>
          <a:bodyPr wrap="square" lIns="0" tIns="0" rIns="0" bIns="0" rtlCol="0" anchor="ctr"/>
          <a:lstStyle/>
          <a:p>
            <a:pPr marL="0" indent="0">
              <a:buNone/>
            </a:pPr>
            <a:r>
              <a:rPr lang="en-US" sz="1000" b="1" kern="0" spc="110" dirty="0">
                <a:solidFill>
                  <a:srgbClr val="FF6B3D"/>
                </a:solidFill>
                <a:latin typeface="Arial" panose="020B0604020202020204" pitchFamily="34" charset="0"/>
                <a:ea typeface="Arial" panose="020B0604020202020204" pitchFamily="34" charset="0"/>
                <a:cs typeface="Arial" panose="020B0604020202020204" pitchFamily="34" charset="0"/>
              </a:rPr>
              <a:t>ANALYSIS &amp; DESIGN</a:t>
            </a:r>
            <a:endParaRPr lang="en-US" sz="1000" dirty="0"/>
          </a:p>
        </p:txBody>
      </p:sp>
      <p:sp>
        <p:nvSpPr>
          <p:cNvPr id="3" name="Text 1"/>
          <p:cNvSpPr/>
          <p:nvPr/>
        </p:nvSpPr>
        <p:spPr>
          <a:xfrm>
            <a:off x="566928" y="713232"/>
            <a:ext cx="10835640" cy="548640"/>
          </a:xfrm>
          <a:prstGeom prst="rect">
            <a:avLst/>
          </a:prstGeom>
          <a:noFill/>
        </p:spPr>
        <p:txBody>
          <a:bodyPr wrap="square" lIns="0" tIns="0" rIns="0" bIns="0" rtlCol="0" anchor="ctr"/>
          <a:lstStyle/>
          <a:p>
            <a:pPr marL="0" indent="0">
              <a:buNone/>
            </a:pPr>
            <a:r>
              <a:rPr lang="en-US" sz="2700" b="1" dirty="0">
                <a:solidFill>
                  <a:srgbClr val="12212F"/>
                </a:solidFill>
                <a:latin typeface="Arial" panose="020B0604020202020204" pitchFamily="34" charset="0"/>
                <a:ea typeface="Arial" panose="020B0604020202020204" pitchFamily="34" charset="0"/>
                <a:cs typeface="Arial" panose="020B0604020202020204" pitchFamily="34" charset="0"/>
              </a:rPr>
              <a:t>Architectural Goals</a:t>
            </a:r>
            <a:endParaRPr lang="en-US" sz="2700" dirty="0"/>
          </a:p>
        </p:txBody>
      </p:sp>
      <p:sp>
        <p:nvSpPr>
          <p:cNvPr id="4" name="Text 2"/>
          <p:cNvSpPr/>
          <p:nvPr/>
        </p:nvSpPr>
        <p:spPr>
          <a:xfrm>
            <a:off x="566928" y="1316736"/>
            <a:ext cx="10515600" cy="420624"/>
          </a:xfrm>
          <a:prstGeom prst="rect">
            <a:avLst/>
          </a:prstGeom>
          <a:noFill/>
        </p:spPr>
        <p:txBody>
          <a:bodyPr wrap="square" lIns="0" tIns="0" rIns="0" bIns="0" rtlCol="0" anchor="ctr"/>
          <a:lstStyle/>
          <a:p>
            <a:pPr marL="0" indent="0">
              <a:buNone/>
            </a:pPr>
            <a:r>
              <a:rPr lang="en-US" altLang="en-US" sz="1300" dirty="0"/>
              <a:t>Wandora uses an N-tier architecture to keep the system modular, maintainable, and suitable for collaborative development.</a:t>
            </a:r>
            <a:endParaRPr lang="en-US" altLang="en-US" sz="1300" dirty="0"/>
          </a:p>
        </p:txBody>
      </p:sp>
      <p:sp>
        <p:nvSpPr>
          <p:cNvPr id="40" name="Text 30"/>
          <p:cNvSpPr/>
          <p:nvPr/>
        </p:nvSpPr>
        <p:spPr>
          <a:xfrm>
            <a:off x="7498080" y="6419088"/>
            <a:ext cx="3657600" cy="164592"/>
          </a:xfrm>
          <a:prstGeom prst="rect">
            <a:avLst/>
          </a:prstGeom>
          <a:noFill/>
        </p:spPr>
        <p:txBody>
          <a:bodyPr wrap="square" lIns="0" tIns="0" rIns="0" bIns="0" rtlCol="0" anchor="ctr"/>
          <a:lstStyle/>
          <a:p>
            <a:pPr marL="0" indent="0" algn="r">
              <a:buNone/>
            </a:pPr>
            <a:r>
              <a:rPr lang="en-US" sz="720" dirty="0">
                <a:solidFill>
                  <a:srgbClr val="82909D"/>
                </a:solidFill>
                <a:latin typeface="Arial" panose="020B0604020202020204" pitchFamily="34" charset="0"/>
                <a:ea typeface="Arial" panose="020B0604020202020204" pitchFamily="34" charset="0"/>
                <a:cs typeface="Arial" panose="020B0604020202020204" pitchFamily="34" charset="0"/>
              </a:rPr>
              <a:t>Source: SAD v1.3</a:t>
            </a:r>
            <a:endParaRPr lang="en-US" sz="720" dirty="0"/>
          </a:p>
        </p:txBody>
      </p:sp>
      <p:sp>
        <p:nvSpPr>
          <p:cNvPr id="41" name="Slide Number Placeholder 0"/>
          <p:cNvSpPr>
            <a:spLocks noGrp="1"/>
          </p:cNvSpPr>
          <p:nvPr>
            <p:ph type="sldNum" sz="quarter" idx="4294967295"/>
          </p:nvPr>
        </p:nvSpPr>
        <p:spPr>
          <a:xfrm>
            <a:off x="11384280" y="6409944"/>
            <a:ext cx="347472" cy="164592"/>
          </a:xfrm>
          <a:prstGeom prst="rect">
            <a:avLst/>
          </a:prstGeom>
        </p:spPr>
        <p:txBody>
          <a:bodyPr lIns="0" tIns="0" rIns="0" bIns="0"/>
          <a:lstStyle>
            <a:lvl1pPr>
              <a:defRPr sz="750">
                <a:solidFill>
                  <a:srgbClr val="687584"/>
                </a:solidFill>
                <a:latin typeface="Noto Sans"/>
                <a:ea typeface="Noto Sans"/>
                <a:cs typeface="Noto Sans"/>
              </a:defRPr>
            </a:lvl1pPr>
          </a:lstStyle>
          <a:p>
            <a:pPr algn="r"/>
            <a:fld id="{F7021451-1387-4CA6-816F-3879F97B5CBC}" type="slidenum">
              <a:rPr lang="en-US" b="0"/>
            </a:fld>
            <a:endParaRPr lang="en-US"/>
          </a:p>
        </p:txBody>
      </p:sp>
      <p:sp>
        <p:nvSpPr>
          <p:cNvPr id="50" name="Text Box 49"/>
          <p:cNvSpPr txBox="1"/>
          <p:nvPr/>
        </p:nvSpPr>
        <p:spPr>
          <a:xfrm>
            <a:off x="567055" y="2090420"/>
            <a:ext cx="4244975" cy="645160"/>
          </a:xfrm>
          <a:prstGeom prst="rect">
            <a:avLst/>
          </a:prstGeom>
          <a:noFill/>
        </p:spPr>
        <p:txBody>
          <a:bodyPr wrap="square" rtlCol="0">
            <a:spAutoFit/>
          </a:bodyPr>
          <a:p>
            <a:r>
              <a:rPr lang="en-US" altLang="en-US"/>
              <a:t>SEPARATION OF CONCERNS</a:t>
            </a:r>
            <a:endParaRPr lang="en-US" altLang="en-US"/>
          </a:p>
          <a:p>
            <a:r>
              <a:rPr lang="en-US" altLang="en-US"/>
              <a:t>UI, Business</a:t>
            </a:r>
            <a:endParaRPr lang="en-US" alt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66928" y="411480"/>
            <a:ext cx="3931920" cy="201168"/>
          </a:xfrm>
          <a:prstGeom prst="rect">
            <a:avLst/>
          </a:prstGeom>
          <a:noFill/>
        </p:spPr>
        <p:txBody>
          <a:bodyPr wrap="square" lIns="0" tIns="0" rIns="0" bIns="0" rtlCol="0" anchor="ctr"/>
          <a:lstStyle/>
          <a:p>
            <a:pPr marL="0" indent="0">
              <a:buNone/>
            </a:pPr>
            <a:r>
              <a:rPr lang="en-US" sz="1000" b="1" kern="0" spc="110" dirty="0">
                <a:solidFill>
                  <a:srgbClr val="FF6B3D"/>
                </a:solidFill>
                <a:latin typeface="Arial" panose="020B0604020202020204" pitchFamily="34" charset="0"/>
                <a:ea typeface="Arial" panose="020B0604020202020204" pitchFamily="34" charset="0"/>
                <a:cs typeface="Arial" panose="020B0604020202020204" pitchFamily="34" charset="0"/>
              </a:rPr>
              <a:t>ANALYSIS &amp; DESIGN</a:t>
            </a:r>
            <a:endParaRPr lang="en-US" sz="1000" dirty="0"/>
          </a:p>
        </p:txBody>
      </p:sp>
      <p:sp>
        <p:nvSpPr>
          <p:cNvPr id="3" name="Text 1"/>
          <p:cNvSpPr/>
          <p:nvPr/>
        </p:nvSpPr>
        <p:spPr>
          <a:xfrm>
            <a:off x="566928" y="713232"/>
            <a:ext cx="10835640" cy="548640"/>
          </a:xfrm>
          <a:prstGeom prst="rect">
            <a:avLst/>
          </a:prstGeom>
          <a:noFill/>
        </p:spPr>
        <p:txBody>
          <a:bodyPr wrap="square" lIns="0" tIns="0" rIns="0" bIns="0" rtlCol="0" anchor="ctr"/>
          <a:lstStyle/>
          <a:p>
            <a:pPr marL="0" indent="0">
              <a:buNone/>
            </a:pPr>
            <a:r>
              <a:rPr lang="en-US" sz="2700" b="1" dirty="0">
                <a:solidFill>
                  <a:srgbClr val="12212F"/>
                </a:solidFill>
                <a:latin typeface="Arial" panose="020B0604020202020204" pitchFamily="34" charset="0"/>
                <a:ea typeface="Arial" panose="020B0604020202020204" pitchFamily="34" charset="0"/>
                <a:cs typeface="Arial" panose="020B0604020202020204" pitchFamily="34" charset="0"/>
              </a:rPr>
              <a:t>Technologies Used</a:t>
            </a:r>
            <a:endParaRPr lang="en-US" sz="2700" dirty="0"/>
          </a:p>
        </p:txBody>
      </p:sp>
      <p:sp>
        <p:nvSpPr>
          <p:cNvPr id="4" name="Text 2"/>
          <p:cNvSpPr/>
          <p:nvPr/>
        </p:nvSpPr>
        <p:spPr>
          <a:xfrm>
            <a:off x="566928" y="1316736"/>
            <a:ext cx="10515600" cy="420624"/>
          </a:xfrm>
          <a:prstGeom prst="rect">
            <a:avLst/>
          </a:prstGeom>
          <a:noFill/>
        </p:spPr>
        <p:txBody>
          <a:bodyPr wrap="square" lIns="0" tIns="0" rIns="0" bIns="0" rtlCol="0" anchor="ctr"/>
          <a:lstStyle/>
          <a:p>
            <a:pPr marL="0" indent="0">
              <a:buNone/>
            </a:pPr>
            <a:r>
              <a:rPr lang="en-US" sz="1300" dirty="0">
                <a:solidFill>
                  <a:srgbClr val="687584"/>
                </a:solidFill>
                <a:latin typeface="Arial" panose="020B0604020202020204" pitchFamily="34" charset="0"/>
                <a:ea typeface="Arial" panose="020B0604020202020204" pitchFamily="34" charset="0"/>
                <a:cs typeface="Arial" panose="020B0604020202020204" pitchFamily="34" charset="0"/>
              </a:rPr>
              <a:t>Client-server deployment with PostgreSQL, external GenAI APIs, REST, and WebSockets.</a:t>
            </a:r>
            <a:endParaRPr lang="en-US" sz="1300" dirty="0"/>
          </a:p>
        </p:txBody>
      </p:sp>
      <p:sp>
        <p:nvSpPr>
          <p:cNvPr id="5" name="Shape 3"/>
          <p:cNvSpPr/>
          <p:nvPr/>
        </p:nvSpPr>
        <p:spPr>
          <a:xfrm>
            <a:off x="603504" y="1984248"/>
            <a:ext cx="6510528" cy="4041648"/>
          </a:xfrm>
          <a:prstGeom prst="roundRect">
            <a:avLst>
              <a:gd name="adj" fmla="val 2941"/>
            </a:avLst>
          </a:prstGeom>
          <a:solidFill>
            <a:srgbClr val="FFFFFF"/>
          </a:solidFill>
          <a:ln w="12700">
            <a:solidFill>
              <a:srgbClr val="E1E6E9"/>
            </a:solidFill>
            <a:prstDash val="solid"/>
          </a:ln>
        </p:spPr>
      </p:sp>
      <p:sp>
        <p:nvSpPr>
          <p:cNvPr id="6" name="Text 4"/>
          <p:cNvSpPr/>
          <p:nvPr/>
        </p:nvSpPr>
        <p:spPr>
          <a:xfrm>
            <a:off x="877824" y="2258568"/>
            <a:ext cx="1371600" cy="164592"/>
          </a:xfrm>
          <a:prstGeom prst="rect">
            <a:avLst/>
          </a:prstGeom>
          <a:noFill/>
        </p:spPr>
        <p:txBody>
          <a:bodyPr wrap="square" lIns="0" tIns="0" rIns="0" bIns="0" rtlCol="0" anchor="ctr"/>
          <a:lstStyle/>
          <a:p>
            <a:pPr marL="0" indent="0">
              <a:buNone/>
            </a:pPr>
            <a:r>
              <a:rPr lang="en-US" sz="940" b="1" kern="0" spc="80" dirty="0">
                <a:solidFill>
                  <a:srgbClr val="687584"/>
                </a:solidFill>
                <a:latin typeface="Arial" panose="020B0604020202020204" pitchFamily="34" charset="0"/>
                <a:ea typeface="Arial" panose="020B0604020202020204" pitchFamily="34" charset="0"/>
                <a:cs typeface="Arial" panose="020B0604020202020204" pitchFamily="34" charset="0"/>
              </a:rPr>
              <a:t>DEPLOYMENT</a:t>
            </a:r>
            <a:endParaRPr lang="en-US" sz="940" dirty="0"/>
          </a:p>
        </p:txBody>
      </p:sp>
      <p:sp>
        <p:nvSpPr>
          <p:cNvPr id="7" name="Shape 5"/>
          <p:cNvSpPr/>
          <p:nvPr/>
        </p:nvSpPr>
        <p:spPr>
          <a:xfrm>
            <a:off x="960120" y="2798064"/>
            <a:ext cx="1490472" cy="932688"/>
          </a:xfrm>
          <a:prstGeom prst="roundRect">
            <a:avLst>
              <a:gd name="adj" fmla="val 9804"/>
            </a:avLst>
          </a:prstGeom>
          <a:solidFill>
            <a:srgbClr val="E5F2FF"/>
          </a:solidFill>
          <a:ln w="12700">
            <a:solidFill>
              <a:srgbClr val="E5F2FF">
                <a:alpha val="0"/>
              </a:srgbClr>
            </a:solidFill>
            <a:prstDash val="solid"/>
          </a:ln>
        </p:spPr>
      </p:sp>
      <p:pic>
        <p:nvPicPr>
          <p:cNvPr id="8" name="Image 0" descr="preencoded.png"/>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133856" y="2990088"/>
            <a:ext cx="256032" cy="256032"/>
          </a:xfrm>
          <a:prstGeom prst="rect">
            <a:avLst/>
          </a:prstGeom>
        </p:spPr>
      </p:pic>
      <p:sp>
        <p:nvSpPr>
          <p:cNvPr id="9" name="Text 6"/>
          <p:cNvSpPr/>
          <p:nvPr/>
        </p:nvSpPr>
        <p:spPr>
          <a:xfrm>
            <a:off x="1463040" y="2944368"/>
            <a:ext cx="786384" cy="219456"/>
          </a:xfrm>
          <a:prstGeom prst="rect">
            <a:avLst/>
          </a:prstGeom>
          <a:noFill/>
        </p:spPr>
        <p:txBody>
          <a:bodyPr wrap="square" lIns="0" tIns="0" rIns="0" bIns="0" rtlCol="0" anchor="ctr"/>
          <a:lstStyle/>
          <a:p>
            <a:pPr marL="0" indent="0">
              <a:buNone/>
            </a:pPr>
            <a:r>
              <a:rPr lang="en-US" sz="1030" b="1" dirty="0">
                <a:solidFill>
                  <a:srgbClr val="12212F"/>
                </a:solidFill>
                <a:latin typeface="Arial" panose="020B0604020202020204" pitchFamily="34" charset="0"/>
                <a:ea typeface="Arial" panose="020B0604020202020204" pitchFamily="34" charset="0"/>
                <a:cs typeface="Arial" panose="020B0604020202020204" pitchFamily="34" charset="0"/>
              </a:rPr>
              <a:t>Web Client</a:t>
            </a:r>
            <a:endParaRPr lang="en-US" sz="1030" dirty="0"/>
          </a:p>
        </p:txBody>
      </p:sp>
      <p:sp>
        <p:nvSpPr>
          <p:cNvPr id="10" name="Text 7"/>
          <p:cNvSpPr/>
          <p:nvPr/>
        </p:nvSpPr>
        <p:spPr>
          <a:xfrm>
            <a:off x="1463040" y="3218688"/>
            <a:ext cx="713232" cy="164592"/>
          </a:xfrm>
          <a:prstGeom prst="rect">
            <a:avLst/>
          </a:prstGeom>
          <a:noFill/>
        </p:spPr>
        <p:txBody>
          <a:bodyPr wrap="square" lIns="0" tIns="0" rIns="0" bIns="0" rtlCol="0" anchor="ctr"/>
          <a:lstStyle/>
          <a:p>
            <a:pPr marL="0" indent="0">
              <a:buNone/>
            </a:pPr>
            <a:r>
              <a:rPr lang="en-US" sz="820" dirty="0">
                <a:solidFill>
                  <a:srgbClr val="687584"/>
                </a:solidFill>
                <a:latin typeface="Arial" panose="020B0604020202020204" pitchFamily="34" charset="0"/>
                <a:ea typeface="Arial" panose="020B0604020202020204" pitchFamily="34" charset="0"/>
                <a:cs typeface="Arial" panose="020B0604020202020204" pitchFamily="34" charset="0"/>
              </a:rPr>
              <a:t>React SPA</a:t>
            </a:r>
            <a:endParaRPr lang="en-US" sz="820" dirty="0"/>
          </a:p>
        </p:txBody>
      </p:sp>
      <p:sp>
        <p:nvSpPr>
          <p:cNvPr id="11" name="Shape 8"/>
          <p:cNvSpPr/>
          <p:nvPr/>
        </p:nvSpPr>
        <p:spPr>
          <a:xfrm>
            <a:off x="3063240" y="2542032"/>
            <a:ext cx="2441448" cy="1463040"/>
          </a:xfrm>
          <a:prstGeom prst="roundRect">
            <a:avLst>
              <a:gd name="adj" fmla="val 6250"/>
            </a:avLst>
          </a:prstGeom>
          <a:solidFill>
            <a:srgbClr val="DDF5F1"/>
          </a:solidFill>
          <a:ln w="12700">
            <a:solidFill>
              <a:srgbClr val="DDF5F1">
                <a:alpha val="0"/>
              </a:srgbClr>
            </a:solidFill>
            <a:prstDash val="solid"/>
          </a:ln>
        </p:spPr>
      </p:sp>
      <p:pic>
        <p:nvPicPr>
          <p:cNvPr id="12" name="Image 1"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3310128" y="2834640"/>
            <a:ext cx="292608" cy="292608"/>
          </a:xfrm>
          <a:prstGeom prst="rect">
            <a:avLst/>
          </a:prstGeom>
        </p:spPr>
      </p:pic>
      <p:sp>
        <p:nvSpPr>
          <p:cNvPr id="13" name="Text 9"/>
          <p:cNvSpPr/>
          <p:nvPr/>
        </p:nvSpPr>
        <p:spPr>
          <a:xfrm>
            <a:off x="3721608" y="2761488"/>
            <a:ext cx="1463040" cy="219456"/>
          </a:xfrm>
          <a:prstGeom prst="rect">
            <a:avLst/>
          </a:prstGeom>
          <a:noFill/>
        </p:spPr>
        <p:txBody>
          <a:bodyPr wrap="square" lIns="0" tIns="0" rIns="0" bIns="0" rtlCol="0" anchor="ctr"/>
          <a:lstStyle/>
          <a:p>
            <a:pPr marL="0" indent="0">
              <a:buNone/>
            </a:pPr>
            <a:r>
              <a:rPr lang="en-US" sz="1030" b="1" dirty="0">
                <a:solidFill>
                  <a:srgbClr val="12212F"/>
                </a:solidFill>
                <a:latin typeface="Arial" panose="020B0604020202020204" pitchFamily="34" charset="0"/>
                <a:ea typeface="Arial" panose="020B0604020202020204" pitchFamily="34" charset="0"/>
                <a:cs typeface="Arial" panose="020B0604020202020204" pitchFamily="34" charset="0"/>
              </a:rPr>
              <a:t>Web / App Server</a:t>
            </a:r>
            <a:endParaRPr lang="en-US" sz="1030" dirty="0"/>
          </a:p>
        </p:txBody>
      </p:sp>
      <p:sp>
        <p:nvSpPr>
          <p:cNvPr id="14" name="Text 10"/>
          <p:cNvSpPr/>
          <p:nvPr/>
        </p:nvSpPr>
        <p:spPr>
          <a:xfrm>
            <a:off x="3721608" y="3054096"/>
            <a:ext cx="1444752" cy="438912"/>
          </a:xfrm>
          <a:prstGeom prst="rect">
            <a:avLst/>
          </a:prstGeom>
          <a:noFill/>
        </p:spPr>
        <p:txBody>
          <a:bodyPr wrap="square" lIns="0" tIns="0" rIns="0" bIns="0" rtlCol="0" anchor="ctr"/>
          <a:lstStyle/>
          <a:p>
            <a:pPr marL="0" indent="0">
              <a:buNone/>
            </a:pPr>
            <a:r>
              <a:rPr lang="en-US" sz="840" dirty="0">
                <a:solidFill>
                  <a:srgbClr val="687584"/>
                </a:solidFill>
                <a:latin typeface="Arial" panose="020B0604020202020204" pitchFamily="34" charset="0"/>
                <a:ea typeface="Arial" panose="020B0604020202020204" pitchFamily="34" charset="0"/>
                <a:cs typeface="Arial" panose="020B0604020202020204" pitchFamily="34" charset="0"/>
              </a:rPr>
              <a:t>FastAPI backend</a:t>
            </a:r>
            <a:endParaRPr lang="en-US" sz="840" dirty="0"/>
          </a:p>
          <a:p>
            <a:pPr marL="0" indent="0">
              <a:buNone/>
            </a:pPr>
            <a:r>
              <a:rPr lang="en-US" sz="840" dirty="0">
                <a:solidFill>
                  <a:srgbClr val="687584"/>
                </a:solidFill>
                <a:latin typeface="Arial" panose="020B0604020202020204" pitchFamily="34" charset="0"/>
                <a:ea typeface="Arial" panose="020B0604020202020204" pitchFamily="34" charset="0"/>
                <a:cs typeface="Arial" panose="020B0604020202020204" pitchFamily="34" charset="0"/>
              </a:rPr>
              <a:t>REST API + WebSocket realtime</a:t>
            </a:r>
            <a:endParaRPr lang="en-US" sz="840" dirty="0"/>
          </a:p>
        </p:txBody>
      </p:sp>
      <p:sp>
        <p:nvSpPr>
          <p:cNvPr id="15" name="Shape 11"/>
          <p:cNvSpPr/>
          <p:nvPr/>
        </p:nvSpPr>
        <p:spPr>
          <a:xfrm>
            <a:off x="2834640" y="4681728"/>
            <a:ext cx="1700784" cy="896112"/>
          </a:xfrm>
          <a:prstGeom prst="roundRect">
            <a:avLst>
              <a:gd name="adj" fmla="val 10204"/>
            </a:avLst>
          </a:prstGeom>
          <a:solidFill>
            <a:srgbClr val="FFE9DE"/>
          </a:solidFill>
          <a:ln w="12700">
            <a:solidFill>
              <a:srgbClr val="FFE9DE">
                <a:alpha val="0"/>
              </a:srgbClr>
            </a:solidFill>
            <a:prstDash val="solid"/>
          </a:ln>
        </p:spPr>
      </p:sp>
      <p:pic>
        <p:nvPicPr>
          <p:cNvPr id="16" name="Image 2" descr="preencoded.png"/>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3026664" y="4882896"/>
            <a:ext cx="237744" cy="237744"/>
          </a:xfrm>
          <a:prstGeom prst="rect">
            <a:avLst/>
          </a:prstGeom>
        </p:spPr>
      </p:pic>
      <p:sp>
        <p:nvSpPr>
          <p:cNvPr id="17" name="Text 12"/>
          <p:cNvSpPr/>
          <p:nvPr/>
        </p:nvSpPr>
        <p:spPr>
          <a:xfrm>
            <a:off x="3383280" y="4828032"/>
            <a:ext cx="896112" cy="219456"/>
          </a:xfrm>
          <a:prstGeom prst="rect">
            <a:avLst/>
          </a:prstGeom>
          <a:noFill/>
        </p:spPr>
        <p:txBody>
          <a:bodyPr wrap="square" lIns="0" tIns="0" rIns="0" bIns="0" rtlCol="0" anchor="ctr"/>
          <a:lstStyle/>
          <a:p>
            <a:pPr marL="0" indent="0">
              <a:buNone/>
            </a:pPr>
            <a:r>
              <a:rPr lang="en-US" sz="980" b="1" dirty="0">
                <a:solidFill>
                  <a:srgbClr val="12212F"/>
                </a:solidFill>
                <a:latin typeface="Arial" panose="020B0604020202020204" pitchFamily="34" charset="0"/>
                <a:ea typeface="Arial" panose="020B0604020202020204" pitchFamily="34" charset="0"/>
                <a:cs typeface="Arial" panose="020B0604020202020204" pitchFamily="34" charset="0"/>
              </a:rPr>
              <a:t>PostgreSQL</a:t>
            </a:r>
            <a:endParaRPr lang="en-US" sz="980" dirty="0"/>
          </a:p>
        </p:txBody>
      </p:sp>
      <p:sp>
        <p:nvSpPr>
          <p:cNvPr id="18" name="Text 13"/>
          <p:cNvSpPr/>
          <p:nvPr/>
        </p:nvSpPr>
        <p:spPr>
          <a:xfrm>
            <a:off x="3383280" y="5093208"/>
            <a:ext cx="987552" cy="164592"/>
          </a:xfrm>
          <a:prstGeom prst="rect">
            <a:avLst/>
          </a:prstGeom>
          <a:noFill/>
        </p:spPr>
        <p:txBody>
          <a:bodyPr wrap="square" lIns="0" tIns="0" rIns="0" bIns="0" rtlCol="0" anchor="ctr"/>
          <a:lstStyle/>
          <a:p>
            <a:pPr marL="0" indent="0">
              <a:buNone/>
            </a:pPr>
            <a:r>
              <a:rPr lang="en-US" sz="780" dirty="0">
                <a:solidFill>
                  <a:srgbClr val="687584"/>
                </a:solidFill>
                <a:latin typeface="Arial" panose="020B0604020202020204" pitchFamily="34" charset="0"/>
                <a:ea typeface="Arial" panose="020B0604020202020204" pitchFamily="34" charset="0"/>
                <a:cs typeface="Arial" panose="020B0604020202020204" pitchFamily="34" charset="0"/>
              </a:rPr>
              <a:t>Database Server</a:t>
            </a:r>
            <a:endParaRPr lang="en-US" sz="780" dirty="0"/>
          </a:p>
        </p:txBody>
      </p:sp>
      <p:sp>
        <p:nvSpPr>
          <p:cNvPr id="19" name="Shape 14"/>
          <p:cNvSpPr/>
          <p:nvPr/>
        </p:nvSpPr>
        <p:spPr>
          <a:xfrm>
            <a:off x="4992624" y="4681728"/>
            <a:ext cx="1627632" cy="896112"/>
          </a:xfrm>
          <a:prstGeom prst="roundRect">
            <a:avLst>
              <a:gd name="adj" fmla="val 10204"/>
            </a:avLst>
          </a:prstGeom>
          <a:solidFill>
            <a:srgbClr val="FFF3CD"/>
          </a:solidFill>
          <a:ln w="12700">
            <a:solidFill>
              <a:srgbClr val="FFF3CD">
                <a:alpha val="0"/>
              </a:srgbClr>
            </a:solidFill>
            <a:prstDash val="solid"/>
          </a:ln>
        </p:spPr>
      </p:sp>
      <p:pic>
        <p:nvPicPr>
          <p:cNvPr id="20" name="Image 3" descr="preencoded.png"/>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5184648" y="4882896"/>
            <a:ext cx="237744" cy="237744"/>
          </a:xfrm>
          <a:prstGeom prst="rect">
            <a:avLst/>
          </a:prstGeom>
        </p:spPr>
      </p:pic>
      <p:sp>
        <p:nvSpPr>
          <p:cNvPr id="21" name="Text 15"/>
          <p:cNvSpPr/>
          <p:nvPr/>
        </p:nvSpPr>
        <p:spPr>
          <a:xfrm>
            <a:off x="5541264" y="4828032"/>
            <a:ext cx="713232" cy="219456"/>
          </a:xfrm>
          <a:prstGeom prst="rect">
            <a:avLst/>
          </a:prstGeom>
          <a:noFill/>
        </p:spPr>
        <p:txBody>
          <a:bodyPr wrap="square" lIns="0" tIns="0" rIns="0" bIns="0" rtlCol="0" anchor="ctr"/>
          <a:lstStyle/>
          <a:p>
            <a:pPr marL="0" indent="0">
              <a:buNone/>
            </a:pPr>
            <a:r>
              <a:rPr lang="en-US" sz="980" b="1" dirty="0">
                <a:solidFill>
                  <a:srgbClr val="12212F"/>
                </a:solidFill>
                <a:latin typeface="Arial" panose="020B0604020202020204" pitchFamily="34" charset="0"/>
                <a:ea typeface="Arial" panose="020B0604020202020204" pitchFamily="34" charset="0"/>
                <a:cs typeface="Arial" panose="020B0604020202020204" pitchFamily="34" charset="0"/>
              </a:rPr>
              <a:t>GenAI</a:t>
            </a:r>
            <a:endParaRPr lang="en-US" sz="980" dirty="0"/>
          </a:p>
        </p:txBody>
      </p:sp>
      <p:sp>
        <p:nvSpPr>
          <p:cNvPr id="22" name="Text 16"/>
          <p:cNvSpPr/>
          <p:nvPr/>
        </p:nvSpPr>
        <p:spPr>
          <a:xfrm>
            <a:off x="5541264" y="5093208"/>
            <a:ext cx="868680" cy="164592"/>
          </a:xfrm>
          <a:prstGeom prst="rect">
            <a:avLst/>
          </a:prstGeom>
          <a:noFill/>
        </p:spPr>
        <p:txBody>
          <a:bodyPr wrap="square" lIns="0" tIns="0" rIns="0" bIns="0" rtlCol="0" anchor="ctr"/>
          <a:lstStyle/>
          <a:p>
            <a:pPr marL="0" indent="0">
              <a:buNone/>
            </a:pPr>
            <a:r>
              <a:rPr lang="en-US" sz="780" dirty="0">
                <a:solidFill>
                  <a:srgbClr val="687584"/>
                </a:solidFill>
                <a:latin typeface="Arial" panose="020B0604020202020204" pitchFamily="34" charset="0"/>
                <a:ea typeface="Arial" panose="020B0604020202020204" pitchFamily="34" charset="0"/>
                <a:cs typeface="Arial" panose="020B0604020202020204" pitchFamily="34" charset="0"/>
              </a:rPr>
              <a:t>OpenAI / Gemini</a:t>
            </a:r>
            <a:endParaRPr lang="en-US" sz="780" dirty="0"/>
          </a:p>
        </p:txBody>
      </p:sp>
      <p:sp>
        <p:nvSpPr>
          <p:cNvPr id="23" name="Shape 17"/>
          <p:cNvSpPr/>
          <p:nvPr/>
        </p:nvSpPr>
        <p:spPr>
          <a:xfrm>
            <a:off x="2450592" y="3264408"/>
            <a:ext cx="621792" cy="0"/>
          </a:xfrm>
          <a:prstGeom prst="line">
            <a:avLst/>
          </a:prstGeom>
          <a:noFill/>
          <a:ln w="19050">
            <a:solidFill>
              <a:srgbClr val="62B4FF"/>
            </a:solidFill>
            <a:prstDash val="solid"/>
            <a:tailEnd type="triangle"/>
          </a:ln>
        </p:spPr>
      </p:sp>
      <p:sp>
        <p:nvSpPr>
          <p:cNvPr id="24" name="Text 18"/>
          <p:cNvSpPr/>
          <p:nvPr/>
        </p:nvSpPr>
        <p:spPr>
          <a:xfrm>
            <a:off x="2404872" y="2770632"/>
            <a:ext cx="713232" cy="411480"/>
          </a:xfrm>
          <a:prstGeom prst="rect">
            <a:avLst/>
          </a:prstGeom>
          <a:noFill/>
        </p:spPr>
        <p:txBody>
          <a:bodyPr wrap="square" lIns="0" tIns="0" rIns="0" bIns="0" rtlCol="0" anchor="ctr"/>
          <a:lstStyle/>
          <a:p>
            <a:pPr marL="0" indent="0" algn="ctr">
              <a:buNone/>
            </a:pPr>
            <a:r>
              <a:rPr lang="en-US" sz="690" dirty="0">
                <a:solidFill>
                  <a:srgbClr val="687584"/>
                </a:solidFill>
                <a:latin typeface="Arial" panose="020B0604020202020204" pitchFamily="34" charset="0"/>
                <a:ea typeface="Arial" panose="020B0604020202020204" pitchFamily="34" charset="0"/>
                <a:cs typeface="Arial" panose="020B0604020202020204" pitchFamily="34" charset="0"/>
              </a:rPr>
              <a:t>HTTPS / REST</a:t>
            </a:r>
            <a:endParaRPr lang="en-US" sz="690" dirty="0"/>
          </a:p>
          <a:p>
            <a:pPr marL="0" indent="0" algn="ctr">
              <a:buNone/>
            </a:pPr>
            <a:r>
              <a:rPr lang="en-US" sz="690" dirty="0">
                <a:solidFill>
                  <a:srgbClr val="687584"/>
                </a:solidFill>
                <a:latin typeface="Arial" panose="020B0604020202020204" pitchFamily="34" charset="0"/>
                <a:ea typeface="Arial" panose="020B0604020202020204" pitchFamily="34" charset="0"/>
                <a:cs typeface="Arial" panose="020B0604020202020204" pitchFamily="34" charset="0"/>
              </a:rPr>
              <a:t>+ WebSocket</a:t>
            </a:r>
            <a:endParaRPr lang="en-US" sz="690" dirty="0"/>
          </a:p>
        </p:txBody>
      </p:sp>
      <p:sp>
        <p:nvSpPr>
          <p:cNvPr id="25" name="Shape 19"/>
          <p:cNvSpPr/>
          <p:nvPr/>
        </p:nvSpPr>
        <p:spPr>
          <a:xfrm>
            <a:off x="3666744" y="4005072"/>
            <a:ext cx="502920" cy="676656"/>
          </a:xfrm>
          <a:prstGeom prst="line">
            <a:avLst/>
          </a:prstGeom>
          <a:noFill/>
          <a:ln w="19050">
            <a:solidFill>
              <a:srgbClr val="FF6B3D"/>
            </a:solidFill>
            <a:prstDash val="solid"/>
            <a:tailEnd type="triangle"/>
          </a:ln>
        </p:spPr>
      </p:sp>
      <p:sp>
        <p:nvSpPr>
          <p:cNvPr id="26" name="Text 20"/>
          <p:cNvSpPr/>
          <p:nvPr/>
        </p:nvSpPr>
        <p:spPr>
          <a:xfrm>
            <a:off x="3611880" y="4334256"/>
            <a:ext cx="676656" cy="164592"/>
          </a:xfrm>
          <a:prstGeom prst="rect">
            <a:avLst/>
          </a:prstGeom>
          <a:noFill/>
        </p:spPr>
        <p:txBody>
          <a:bodyPr wrap="square" lIns="0" tIns="0" rIns="0" bIns="0" rtlCol="0" anchor="ctr"/>
          <a:lstStyle/>
          <a:p>
            <a:pPr marL="0" indent="0" algn="ctr">
              <a:buNone/>
            </a:pPr>
            <a:r>
              <a:rPr lang="en-US" sz="700" dirty="0">
                <a:solidFill>
                  <a:srgbClr val="687584"/>
                </a:solidFill>
                <a:latin typeface="Arial" panose="020B0604020202020204" pitchFamily="34" charset="0"/>
                <a:ea typeface="Arial" panose="020B0604020202020204" pitchFamily="34" charset="0"/>
                <a:cs typeface="Arial" panose="020B0604020202020204" pitchFamily="34" charset="0"/>
              </a:rPr>
              <a:t>SQL / TCP</a:t>
            </a:r>
            <a:endParaRPr lang="en-US" sz="700" dirty="0"/>
          </a:p>
        </p:txBody>
      </p:sp>
      <p:sp>
        <p:nvSpPr>
          <p:cNvPr id="27" name="Shape 21"/>
          <p:cNvSpPr/>
          <p:nvPr/>
        </p:nvSpPr>
        <p:spPr>
          <a:xfrm>
            <a:off x="4818888" y="4005072"/>
            <a:ext cx="795528" cy="676656"/>
          </a:xfrm>
          <a:prstGeom prst="line">
            <a:avLst/>
          </a:prstGeom>
          <a:noFill/>
          <a:ln w="19050">
            <a:solidFill>
              <a:srgbClr val="F1C75B"/>
            </a:solidFill>
            <a:prstDash val="solid"/>
            <a:tailEnd type="triangle"/>
          </a:ln>
        </p:spPr>
      </p:sp>
      <p:sp>
        <p:nvSpPr>
          <p:cNvPr id="28" name="Text 22"/>
          <p:cNvSpPr/>
          <p:nvPr/>
        </p:nvSpPr>
        <p:spPr>
          <a:xfrm>
            <a:off x="4965192" y="4334256"/>
            <a:ext cx="987552" cy="164592"/>
          </a:xfrm>
          <a:prstGeom prst="rect">
            <a:avLst/>
          </a:prstGeom>
          <a:noFill/>
        </p:spPr>
        <p:txBody>
          <a:bodyPr wrap="square" lIns="0" tIns="0" rIns="0" bIns="0" rtlCol="0" anchor="ctr"/>
          <a:lstStyle/>
          <a:p>
            <a:pPr marL="0" indent="0" algn="ctr">
              <a:buNone/>
            </a:pPr>
            <a:r>
              <a:rPr lang="en-US" sz="700" dirty="0">
                <a:solidFill>
                  <a:srgbClr val="687584"/>
                </a:solidFill>
                <a:latin typeface="Arial" panose="020B0604020202020204" pitchFamily="34" charset="0"/>
                <a:ea typeface="Arial" panose="020B0604020202020204" pitchFamily="34" charset="0"/>
                <a:cs typeface="Arial" panose="020B0604020202020204" pitchFamily="34" charset="0"/>
              </a:rPr>
              <a:t>HTTPS / JSON</a:t>
            </a:r>
            <a:endParaRPr lang="en-US" sz="700" dirty="0"/>
          </a:p>
        </p:txBody>
      </p:sp>
      <p:sp>
        <p:nvSpPr>
          <p:cNvPr id="29" name="Text 23"/>
          <p:cNvSpPr/>
          <p:nvPr/>
        </p:nvSpPr>
        <p:spPr>
          <a:xfrm>
            <a:off x="7479792" y="2130552"/>
            <a:ext cx="2176272" cy="182880"/>
          </a:xfrm>
          <a:prstGeom prst="rect">
            <a:avLst/>
          </a:prstGeom>
          <a:noFill/>
        </p:spPr>
        <p:txBody>
          <a:bodyPr wrap="square" lIns="0" tIns="0" rIns="0" bIns="0" rtlCol="0" anchor="ctr"/>
          <a:lstStyle/>
          <a:p>
            <a:pPr marL="0" indent="0">
              <a:buNone/>
            </a:pPr>
            <a:r>
              <a:rPr lang="en-US" sz="940" b="1" kern="0" spc="80" dirty="0">
                <a:solidFill>
                  <a:srgbClr val="687584"/>
                </a:solidFill>
                <a:latin typeface="Arial" panose="020B0604020202020204" pitchFamily="34" charset="0"/>
                <a:ea typeface="Arial" panose="020B0604020202020204" pitchFamily="34" charset="0"/>
                <a:cs typeface="Arial" panose="020B0604020202020204" pitchFamily="34" charset="0"/>
              </a:rPr>
              <a:t>TECHNOLOGY STACK</a:t>
            </a:r>
            <a:endParaRPr lang="en-US" sz="940" dirty="0"/>
          </a:p>
        </p:txBody>
      </p:sp>
      <p:sp>
        <p:nvSpPr>
          <p:cNvPr id="30" name="Shape 24"/>
          <p:cNvSpPr/>
          <p:nvPr/>
        </p:nvSpPr>
        <p:spPr>
          <a:xfrm>
            <a:off x="7479792" y="2496312"/>
            <a:ext cx="4087368" cy="502920"/>
          </a:xfrm>
          <a:prstGeom prst="roundRect">
            <a:avLst>
              <a:gd name="adj" fmla="val 16364"/>
            </a:avLst>
          </a:prstGeom>
          <a:solidFill>
            <a:srgbClr val="FFFFFF"/>
          </a:solidFill>
          <a:ln w="12700">
            <a:solidFill>
              <a:srgbClr val="E1E6E9"/>
            </a:solidFill>
            <a:prstDash val="solid"/>
          </a:ln>
        </p:spPr>
      </p:sp>
      <p:pic>
        <p:nvPicPr>
          <p:cNvPr id="31" name="Image 4" descr="preencoded.png"/>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7671816" y="2633472"/>
            <a:ext cx="182880" cy="182880"/>
          </a:xfrm>
          <a:prstGeom prst="rect">
            <a:avLst/>
          </a:prstGeom>
        </p:spPr>
      </p:pic>
      <p:sp>
        <p:nvSpPr>
          <p:cNvPr id="32" name="Text 25"/>
          <p:cNvSpPr/>
          <p:nvPr/>
        </p:nvSpPr>
        <p:spPr>
          <a:xfrm>
            <a:off x="8028432" y="2569464"/>
            <a:ext cx="868680" cy="182880"/>
          </a:xfrm>
          <a:prstGeom prst="rect">
            <a:avLst/>
          </a:prstGeom>
          <a:noFill/>
        </p:spPr>
        <p:txBody>
          <a:bodyPr wrap="square" lIns="0" tIns="0" rIns="0" bIns="0" rtlCol="0" anchor="ctr"/>
          <a:lstStyle/>
          <a:p>
            <a:pPr marL="0" indent="0">
              <a:buNone/>
            </a:pPr>
            <a:r>
              <a:rPr lang="en-US" sz="920" b="1" dirty="0">
                <a:solidFill>
                  <a:srgbClr val="62B4FF"/>
                </a:solidFill>
                <a:latin typeface="Arial" panose="020B0604020202020204" pitchFamily="34" charset="0"/>
                <a:ea typeface="Arial" panose="020B0604020202020204" pitchFamily="34" charset="0"/>
                <a:cs typeface="Arial" panose="020B0604020202020204" pitchFamily="34" charset="0"/>
              </a:rPr>
              <a:t>Frontend</a:t>
            </a:r>
            <a:endParaRPr lang="en-US" sz="920" dirty="0"/>
          </a:p>
        </p:txBody>
      </p:sp>
      <p:sp>
        <p:nvSpPr>
          <p:cNvPr id="33" name="Text 26"/>
          <p:cNvSpPr/>
          <p:nvPr/>
        </p:nvSpPr>
        <p:spPr>
          <a:xfrm>
            <a:off x="8924544" y="2569464"/>
            <a:ext cx="2304288" cy="182880"/>
          </a:xfrm>
          <a:prstGeom prst="rect">
            <a:avLst/>
          </a:prstGeom>
          <a:noFill/>
        </p:spPr>
        <p:txBody>
          <a:bodyPr wrap="square" lIns="0" tIns="0" rIns="0" bIns="0" rtlCol="0" anchor="ctr"/>
          <a:lstStyle/>
          <a:p>
            <a:pPr marL="0" indent="0">
              <a:buNone/>
            </a:pPr>
            <a:r>
              <a:rPr lang="en-US" sz="910" b="1" dirty="0">
                <a:solidFill>
                  <a:srgbClr val="12212F"/>
                </a:solidFill>
                <a:latin typeface="Arial" panose="020B0604020202020204" pitchFamily="34" charset="0"/>
                <a:ea typeface="Arial" panose="020B0604020202020204" pitchFamily="34" charset="0"/>
                <a:cs typeface="Arial" panose="020B0604020202020204" pitchFamily="34" charset="0"/>
              </a:rPr>
              <a:t>React • Vite • TypeScript</a:t>
            </a:r>
            <a:endParaRPr lang="en-US" sz="910" dirty="0"/>
          </a:p>
        </p:txBody>
      </p:sp>
      <p:sp>
        <p:nvSpPr>
          <p:cNvPr id="34" name="Shape 27"/>
          <p:cNvSpPr/>
          <p:nvPr/>
        </p:nvSpPr>
        <p:spPr>
          <a:xfrm>
            <a:off x="7479792" y="3136392"/>
            <a:ext cx="4087368" cy="502920"/>
          </a:xfrm>
          <a:prstGeom prst="roundRect">
            <a:avLst>
              <a:gd name="adj" fmla="val 16364"/>
            </a:avLst>
          </a:prstGeom>
          <a:solidFill>
            <a:srgbClr val="FFFFFF"/>
          </a:solidFill>
          <a:ln w="12700">
            <a:solidFill>
              <a:srgbClr val="E1E6E9"/>
            </a:solidFill>
            <a:prstDash val="solid"/>
          </a:ln>
        </p:spPr>
      </p:sp>
      <p:pic>
        <p:nvPicPr>
          <p:cNvPr id="35" name="Image 5"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671816" y="3273552"/>
            <a:ext cx="182880" cy="182880"/>
          </a:xfrm>
          <a:prstGeom prst="rect">
            <a:avLst/>
          </a:prstGeom>
        </p:spPr>
      </p:pic>
      <p:sp>
        <p:nvSpPr>
          <p:cNvPr id="36" name="Text 28"/>
          <p:cNvSpPr/>
          <p:nvPr/>
        </p:nvSpPr>
        <p:spPr>
          <a:xfrm>
            <a:off x="8028432" y="3209544"/>
            <a:ext cx="868680" cy="182880"/>
          </a:xfrm>
          <a:prstGeom prst="rect">
            <a:avLst/>
          </a:prstGeom>
          <a:noFill/>
        </p:spPr>
        <p:txBody>
          <a:bodyPr wrap="square" lIns="0" tIns="0" rIns="0" bIns="0" rtlCol="0" anchor="ctr"/>
          <a:lstStyle/>
          <a:p>
            <a:pPr marL="0" indent="0">
              <a:buNone/>
            </a:pPr>
            <a:r>
              <a:rPr lang="en-US" sz="920" b="1" dirty="0">
                <a:solidFill>
                  <a:srgbClr val="1BB5A8"/>
                </a:solidFill>
                <a:latin typeface="Arial" panose="020B0604020202020204" pitchFamily="34" charset="0"/>
                <a:ea typeface="Arial" panose="020B0604020202020204" pitchFamily="34" charset="0"/>
                <a:cs typeface="Arial" panose="020B0604020202020204" pitchFamily="34" charset="0"/>
              </a:rPr>
              <a:t>Backend</a:t>
            </a:r>
            <a:endParaRPr lang="en-US" sz="920" dirty="0"/>
          </a:p>
        </p:txBody>
      </p:sp>
      <p:sp>
        <p:nvSpPr>
          <p:cNvPr id="37" name="Text 29"/>
          <p:cNvSpPr/>
          <p:nvPr/>
        </p:nvSpPr>
        <p:spPr>
          <a:xfrm>
            <a:off x="8924544" y="3209544"/>
            <a:ext cx="2304288" cy="182880"/>
          </a:xfrm>
          <a:prstGeom prst="rect">
            <a:avLst/>
          </a:prstGeom>
          <a:noFill/>
        </p:spPr>
        <p:txBody>
          <a:bodyPr wrap="square" lIns="0" tIns="0" rIns="0" bIns="0" rtlCol="0" anchor="ctr"/>
          <a:lstStyle/>
          <a:p>
            <a:pPr marL="0" indent="0">
              <a:buNone/>
            </a:pPr>
            <a:r>
              <a:rPr lang="en-US" sz="910" b="1" dirty="0">
                <a:solidFill>
                  <a:srgbClr val="12212F"/>
                </a:solidFill>
                <a:latin typeface="Arial" panose="020B0604020202020204" pitchFamily="34" charset="0"/>
                <a:ea typeface="Arial" panose="020B0604020202020204" pitchFamily="34" charset="0"/>
                <a:cs typeface="Arial" panose="020B0604020202020204" pitchFamily="34" charset="0"/>
              </a:rPr>
              <a:t>FastAPI • Python 3.11+</a:t>
            </a:r>
            <a:endParaRPr lang="en-US" sz="910" dirty="0"/>
          </a:p>
        </p:txBody>
      </p:sp>
      <p:sp>
        <p:nvSpPr>
          <p:cNvPr id="38" name="Shape 30"/>
          <p:cNvSpPr/>
          <p:nvPr/>
        </p:nvSpPr>
        <p:spPr>
          <a:xfrm>
            <a:off x="7479792" y="3776472"/>
            <a:ext cx="4087368" cy="502920"/>
          </a:xfrm>
          <a:prstGeom prst="roundRect">
            <a:avLst>
              <a:gd name="adj" fmla="val 16364"/>
            </a:avLst>
          </a:prstGeom>
          <a:solidFill>
            <a:srgbClr val="FFFFFF"/>
          </a:solidFill>
          <a:ln w="12700">
            <a:solidFill>
              <a:srgbClr val="E1E6E9"/>
            </a:solidFill>
            <a:prstDash val="solid"/>
          </a:ln>
        </p:spPr>
      </p:sp>
      <p:pic>
        <p:nvPicPr>
          <p:cNvPr id="39" name="Image 6" descr="preencoded.png"/>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7671816" y="3913632"/>
            <a:ext cx="182880" cy="182880"/>
          </a:xfrm>
          <a:prstGeom prst="rect">
            <a:avLst/>
          </a:prstGeom>
        </p:spPr>
      </p:pic>
      <p:sp>
        <p:nvSpPr>
          <p:cNvPr id="40" name="Text 31"/>
          <p:cNvSpPr/>
          <p:nvPr/>
        </p:nvSpPr>
        <p:spPr>
          <a:xfrm>
            <a:off x="8028432" y="3849624"/>
            <a:ext cx="868680" cy="182880"/>
          </a:xfrm>
          <a:prstGeom prst="rect">
            <a:avLst/>
          </a:prstGeom>
          <a:noFill/>
        </p:spPr>
        <p:txBody>
          <a:bodyPr wrap="square" lIns="0" tIns="0" rIns="0" bIns="0" rtlCol="0" anchor="ctr"/>
          <a:lstStyle/>
          <a:p>
            <a:pPr marL="0" indent="0">
              <a:buNone/>
            </a:pPr>
            <a:r>
              <a:rPr lang="en-US" sz="920" b="1" dirty="0">
                <a:solidFill>
                  <a:srgbClr val="FF6B3D"/>
                </a:solidFill>
                <a:latin typeface="Arial" panose="020B0604020202020204" pitchFamily="34" charset="0"/>
                <a:ea typeface="Arial" panose="020B0604020202020204" pitchFamily="34" charset="0"/>
                <a:cs typeface="Arial" panose="020B0604020202020204" pitchFamily="34" charset="0"/>
              </a:rPr>
              <a:t>Database</a:t>
            </a:r>
            <a:endParaRPr lang="en-US" sz="920" dirty="0"/>
          </a:p>
        </p:txBody>
      </p:sp>
      <p:sp>
        <p:nvSpPr>
          <p:cNvPr id="41" name="Text 32"/>
          <p:cNvSpPr/>
          <p:nvPr/>
        </p:nvSpPr>
        <p:spPr>
          <a:xfrm>
            <a:off x="8924544" y="3849624"/>
            <a:ext cx="2304288" cy="182880"/>
          </a:xfrm>
          <a:prstGeom prst="rect">
            <a:avLst/>
          </a:prstGeom>
          <a:noFill/>
        </p:spPr>
        <p:txBody>
          <a:bodyPr wrap="square" lIns="0" tIns="0" rIns="0" bIns="0" rtlCol="0" anchor="ctr"/>
          <a:lstStyle/>
          <a:p>
            <a:pPr marL="0" indent="0">
              <a:buNone/>
            </a:pPr>
            <a:r>
              <a:rPr lang="en-US" sz="910" b="1" dirty="0">
                <a:solidFill>
                  <a:srgbClr val="12212F"/>
                </a:solidFill>
                <a:latin typeface="Arial" panose="020B0604020202020204" pitchFamily="34" charset="0"/>
                <a:ea typeface="Arial" panose="020B0604020202020204" pitchFamily="34" charset="0"/>
                <a:cs typeface="Arial" panose="020B0604020202020204" pitchFamily="34" charset="0"/>
              </a:rPr>
              <a:t>PostgreSQL + Supabase</a:t>
            </a:r>
            <a:endParaRPr lang="en-US" sz="910" dirty="0"/>
          </a:p>
        </p:txBody>
      </p:sp>
      <p:sp>
        <p:nvSpPr>
          <p:cNvPr id="42" name="Shape 33"/>
          <p:cNvSpPr/>
          <p:nvPr/>
        </p:nvSpPr>
        <p:spPr>
          <a:xfrm>
            <a:off x="7479792" y="4416552"/>
            <a:ext cx="4087368" cy="502920"/>
          </a:xfrm>
          <a:prstGeom prst="roundRect">
            <a:avLst>
              <a:gd name="adj" fmla="val 16364"/>
            </a:avLst>
          </a:prstGeom>
          <a:solidFill>
            <a:srgbClr val="FFFFFF"/>
          </a:solidFill>
          <a:ln w="12700">
            <a:solidFill>
              <a:srgbClr val="E1E6E9"/>
            </a:solidFill>
            <a:prstDash val="solid"/>
          </a:ln>
        </p:spPr>
      </p:sp>
      <p:pic>
        <p:nvPicPr>
          <p:cNvPr id="43" name="Image 7" descr="preencoded.png"/>
          <p:cNvPicPr>
            <a:picLocks noChangeAspect="1"/>
          </p:cNvPicPr>
          <p:nvPr/>
        </p:nvPicPr>
        <p:blipFill>
          <a:blip r:embed="rId9">
            <a:extLst>
              <a:ext uri="{96DAC541-7B7A-43D3-8B79-37D633B846F1}">
                <asvg:svgBlip xmlns:asvg="http://schemas.microsoft.com/office/drawing/2016/SVG/main" r:embed="rId8"/>
              </a:ext>
            </a:extLst>
          </a:blip>
          <a:stretch>
            <a:fillRect/>
          </a:stretch>
        </p:blipFill>
        <p:spPr>
          <a:xfrm>
            <a:off x="7671816" y="4553712"/>
            <a:ext cx="182880" cy="182880"/>
          </a:xfrm>
          <a:prstGeom prst="rect">
            <a:avLst/>
          </a:prstGeom>
        </p:spPr>
      </p:pic>
      <p:sp>
        <p:nvSpPr>
          <p:cNvPr id="44" name="Text 34"/>
          <p:cNvSpPr/>
          <p:nvPr/>
        </p:nvSpPr>
        <p:spPr>
          <a:xfrm>
            <a:off x="8028432" y="4489704"/>
            <a:ext cx="868680" cy="182880"/>
          </a:xfrm>
          <a:prstGeom prst="rect">
            <a:avLst/>
          </a:prstGeom>
          <a:noFill/>
        </p:spPr>
        <p:txBody>
          <a:bodyPr wrap="square" lIns="0" tIns="0" rIns="0" bIns="0" rtlCol="0" anchor="ctr"/>
          <a:lstStyle/>
          <a:p>
            <a:pPr marL="0" indent="0">
              <a:buNone/>
            </a:pPr>
            <a:r>
              <a:rPr lang="en-US" sz="920" b="1" dirty="0">
                <a:solidFill>
                  <a:srgbClr val="F1C75B"/>
                </a:solidFill>
                <a:latin typeface="Arial" panose="020B0604020202020204" pitchFamily="34" charset="0"/>
                <a:ea typeface="Arial" panose="020B0604020202020204" pitchFamily="34" charset="0"/>
                <a:cs typeface="Arial" panose="020B0604020202020204" pitchFamily="34" charset="0"/>
              </a:rPr>
              <a:t>AI Provider</a:t>
            </a:r>
            <a:endParaRPr lang="en-US" sz="920" dirty="0"/>
          </a:p>
        </p:txBody>
      </p:sp>
      <p:sp>
        <p:nvSpPr>
          <p:cNvPr id="45" name="Text 35"/>
          <p:cNvSpPr/>
          <p:nvPr/>
        </p:nvSpPr>
        <p:spPr>
          <a:xfrm>
            <a:off x="8924544" y="4489704"/>
            <a:ext cx="2304288" cy="182880"/>
          </a:xfrm>
          <a:prstGeom prst="rect">
            <a:avLst/>
          </a:prstGeom>
          <a:noFill/>
        </p:spPr>
        <p:txBody>
          <a:bodyPr wrap="square" lIns="0" tIns="0" rIns="0" bIns="0" rtlCol="0" anchor="ctr"/>
          <a:lstStyle/>
          <a:p>
            <a:pPr marL="0" indent="0">
              <a:buNone/>
            </a:pPr>
            <a:r>
              <a:rPr lang="en-US" sz="910" b="1" dirty="0">
                <a:solidFill>
                  <a:srgbClr val="12212F"/>
                </a:solidFill>
                <a:latin typeface="Arial" panose="020B0604020202020204" pitchFamily="34" charset="0"/>
                <a:ea typeface="Arial" panose="020B0604020202020204" pitchFamily="34" charset="0"/>
                <a:cs typeface="Arial" panose="020B0604020202020204" pitchFamily="34" charset="0"/>
              </a:rPr>
              <a:t>OpenAI</a:t>
            </a:r>
            <a:endParaRPr lang="en-US" sz="910" dirty="0"/>
          </a:p>
        </p:txBody>
      </p:sp>
      <p:sp>
        <p:nvSpPr>
          <p:cNvPr id="46" name="Shape 36"/>
          <p:cNvSpPr/>
          <p:nvPr/>
        </p:nvSpPr>
        <p:spPr>
          <a:xfrm>
            <a:off x="7479792" y="5056632"/>
            <a:ext cx="4087368" cy="502920"/>
          </a:xfrm>
          <a:prstGeom prst="roundRect">
            <a:avLst>
              <a:gd name="adj" fmla="val 16364"/>
            </a:avLst>
          </a:prstGeom>
          <a:solidFill>
            <a:srgbClr val="FFFFFF"/>
          </a:solidFill>
          <a:ln w="12700">
            <a:solidFill>
              <a:srgbClr val="E1E6E9"/>
            </a:solidFill>
            <a:prstDash val="solid"/>
          </a:ln>
        </p:spPr>
      </p:sp>
      <p:pic>
        <p:nvPicPr>
          <p:cNvPr id="47" name="Image 8" descr="preencoded.png"/>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7671816" y="5193792"/>
            <a:ext cx="182880" cy="182880"/>
          </a:xfrm>
          <a:prstGeom prst="rect">
            <a:avLst/>
          </a:prstGeom>
        </p:spPr>
      </p:pic>
      <p:sp>
        <p:nvSpPr>
          <p:cNvPr id="48" name="Text 37"/>
          <p:cNvSpPr/>
          <p:nvPr/>
        </p:nvSpPr>
        <p:spPr>
          <a:xfrm>
            <a:off x="8028432" y="5129784"/>
            <a:ext cx="868680" cy="182880"/>
          </a:xfrm>
          <a:prstGeom prst="rect">
            <a:avLst/>
          </a:prstGeom>
          <a:noFill/>
        </p:spPr>
        <p:txBody>
          <a:bodyPr wrap="square" lIns="0" tIns="0" rIns="0" bIns="0" rtlCol="0" anchor="ctr"/>
          <a:lstStyle/>
          <a:p>
            <a:pPr marL="0" indent="0">
              <a:buNone/>
            </a:pPr>
            <a:r>
              <a:rPr lang="en-US" sz="920" b="1" dirty="0">
                <a:solidFill>
                  <a:srgbClr val="62B4FF"/>
                </a:solidFill>
                <a:latin typeface="Arial" panose="020B0604020202020204" pitchFamily="34" charset="0"/>
                <a:ea typeface="Arial" panose="020B0604020202020204" pitchFamily="34" charset="0"/>
                <a:cs typeface="Arial" panose="020B0604020202020204" pitchFamily="34" charset="0"/>
              </a:rPr>
              <a:t>Realtime</a:t>
            </a:r>
            <a:endParaRPr lang="en-US" sz="920" dirty="0"/>
          </a:p>
        </p:txBody>
      </p:sp>
      <p:sp>
        <p:nvSpPr>
          <p:cNvPr id="49" name="Text 38"/>
          <p:cNvSpPr/>
          <p:nvPr/>
        </p:nvSpPr>
        <p:spPr>
          <a:xfrm>
            <a:off x="8924544" y="5129784"/>
            <a:ext cx="2304288" cy="182880"/>
          </a:xfrm>
          <a:prstGeom prst="rect">
            <a:avLst/>
          </a:prstGeom>
          <a:noFill/>
        </p:spPr>
        <p:txBody>
          <a:bodyPr wrap="square" lIns="0" tIns="0" rIns="0" bIns="0" rtlCol="0" anchor="ctr"/>
          <a:lstStyle/>
          <a:p>
            <a:pPr marL="0" indent="0">
              <a:buNone/>
            </a:pPr>
            <a:r>
              <a:rPr lang="en-US" sz="910" b="1" dirty="0">
                <a:solidFill>
                  <a:srgbClr val="12212F"/>
                </a:solidFill>
                <a:latin typeface="Arial" panose="020B0604020202020204" pitchFamily="34" charset="0"/>
                <a:ea typeface="Arial" panose="020B0604020202020204" pitchFamily="34" charset="0"/>
                <a:cs typeface="Arial" panose="020B0604020202020204" pitchFamily="34" charset="0"/>
              </a:rPr>
              <a:t>WebSockets</a:t>
            </a:r>
            <a:endParaRPr lang="en-US" sz="910" dirty="0"/>
          </a:p>
        </p:txBody>
      </p:sp>
      <p:sp>
        <p:nvSpPr>
          <p:cNvPr id="50" name="Shape 39"/>
          <p:cNvSpPr/>
          <p:nvPr/>
        </p:nvSpPr>
        <p:spPr>
          <a:xfrm>
            <a:off x="7479792" y="5733288"/>
            <a:ext cx="4087368" cy="329184"/>
          </a:xfrm>
          <a:prstGeom prst="roundRect">
            <a:avLst>
              <a:gd name="adj" fmla="val 50000"/>
            </a:avLst>
          </a:prstGeom>
          <a:solidFill>
            <a:srgbClr val="EEF2F5"/>
          </a:solidFill>
          <a:ln w="12700">
            <a:solidFill>
              <a:srgbClr val="EEF2F5">
                <a:alpha val="0"/>
              </a:srgbClr>
            </a:solidFill>
            <a:prstDash val="solid"/>
          </a:ln>
        </p:spPr>
      </p:sp>
      <p:pic>
        <p:nvPicPr>
          <p:cNvPr id="51" name="Image 9" descr="preencoded.png"/>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7589520" y="5815584"/>
            <a:ext cx="146304" cy="146304"/>
          </a:xfrm>
          <a:prstGeom prst="rect">
            <a:avLst/>
          </a:prstGeom>
        </p:spPr>
      </p:pic>
      <p:sp>
        <p:nvSpPr>
          <p:cNvPr id="52" name="Text 40"/>
          <p:cNvSpPr/>
          <p:nvPr/>
        </p:nvSpPr>
        <p:spPr>
          <a:xfrm>
            <a:off x="7781544" y="5806440"/>
            <a:ext cx="3694176" cy="164592"/>
          </a:xfrm>
          <a:prstGeom prst="rect">
            <a:avLst/>
          </a:prstGeom>
          <a:noFill/>
        </p:spPr>
        <p:txBody>
          <a:bodyPr wrap="square" lIns="0" tIns="0" rIns="0" bIns="0" rtlCol="0" anchor="ctr"/>
          <a:lstStyle/>
          <a:p>
            <a:pPr marL="0" indent="0">
              <a:buNone/>
            </a:pPr>
            <a:r>
              <a:rPr lang="en-US" sz="940" b="1" dirty="0">
                <a:solidFill>
                  <a:srgbClr val="0B1F33"/>
                </a:solidFill>
                <a:latin typeface="Arial" panose="020B0604020202020204" pitchFamily="34" charset="0"/>
                <a:ea typeface="Arial" panose="020B0604020202020204" pitchFamily="34" charset="0"/>
                <a:cs typeface="Arial" panose="020B0604020202020204" pitchFamily="34" charset="0"/>
              </a:rPr>
              <a:t>MONOREPO • FRONTEND + BACKEND</a:t>
            </a:r>
            <a:endParaRPr lang="en-US" sz="940" dirty="0"/>
          </a:p>
        </p:txBody>
      </p:sp>
      <p:sp>
        <p:nvSpPr>
          <p:cNvPr id="53" name="Text 41"/>
          <p:cNvSpPr/>
          <p:nvPr/>
        </p:nvSpPr>
        <p:spPr>
          <a:xfrm>
            <a:off x="7498080" y="6419088"/>
            <a:ext cx="3657600" cy="164592"/>
          </a:xfrm>
          <a:prstGeom prst="rect">
            <a:avLst/>
          </a:prstGeom>
          <a:noFill/>
        </p:spPr>
        <p:txBody>
          <a:bodyPr wrap="square" lIns="0" tIns="0" rIns="0" bIns="0" rtlCol="0" anchor="ctr"/>
          <a:lstStyle/>
          <a:p>
            <a:pPr marL="0" indent="0" algn="r">
              <a:buNone/>
            </a:pPr>
            <a:r>
              <a:rPr lang="en-US" sz="720" dirty="0">
                <a:solidFill>
                  <a:srgbClr val="82909D"/>
                </a:solidFill>
                <a:latin typeface="Arial" panose="020B0604020202020204" pitchFamily="34" charset="0"/>
                <a:ea typeface="Arial" panose="020B0604020202020204" pitchFamily="34" charset="0"/>
                <a:cs typeface="Arial" panose="020B0604020202020204" pitchFamily="34" charset="0"/>
              </a:rPr>
              <a:t>Source: SAD v1.3</a:t>
            </a:r>
            <a:endParaRPr lang="en-US" sz="720" dirty="0"/>
          </a:p>
        </p:txBody>
      </p:sp>
      <p:sp>
        <p:nvSpPr>
          <p:cNvPr id="54" name="Slide Number Placeholder 0"/>
          <p:cNvSpPr>
            <a:spLocks noGrp="1"/>
          </p:cNvSpPr>
          <p:nvPr>
            <p:ph type="sldNum" sz="quarter" idx="4294967295"/>
          </p:nvPr>
        </p:nvSpPr>
        <p:spPr>
          <a:xfrm>
            <a:off x="11384280" y="6409944"/>
            <a:ext cx="347472" cy="164592"/>
          </a:xfrm>
          <a:prstGeom prst="rect">
            <a:avLst/>
          </a:prstGeom>
        </p:spPr>
        <p:txBody>
          <a:bodyPr lIns="0" tIns="0" rIns="0" bIns="0"/>
          <a:lstStyle>
            <a:lvl1pPr>
              <a:defRPr sz="750">
                <a:solidFill>
                  <a:srgbClr val="687584"/>
                </a:solidFill>
                <a:latin typeface="Noto Sans"/>
                <a:ea typeface="Noto Sans"/>
                <a:cs typeface="Noto Sans"/>
              </a:defRPr>
            </a:lvl1pPr>
          </a:lstStyle>
          <a:p>
            <a:pPr algn="r"/>
            <a:fld id="{F7021451-1387-4CA6-816F-3879F97B5CBC}" type="slidenum">
              <a:rPr lang="en-US" b="0"/>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66928" y="411480"/>
            <a:ext cx="3931920" cy="201168"/>
          </a:xfrm>
          <a:prstGeom prst="rect">
            <a:avLst/>
          </a:prstGeom>
          <a:noFill/>
        </p:spPr>
        <p:txBody>
          <a:bodyPr wrap="square" lIns="0" tIns="0" rIns="0" bIns="0" rtlCol="0" anchor="ctr"/>
          <a:lstStyle/>
          <a:p>
            <a:pPr marL="0" indent="0">
              <a:buNone/>
            </a:pPr>
            <a:r>
              <a:rPr lang="en-US" sz="1000" b="1" kern="0" spc="110" dirty="0">
                <a:solidFill>
                  <a:srgbClr val="FF6B3D"/>
                </a:solidFill>
                <a:latin typeface="Arial" panose="020B0604020202020204" pitchFamily="34" charset="0"/>
                <a:ea typeface="Arial" panose="020B0604020202020204" pitchFamily="34" charset="0"/>
                <a:cs typeface="Arial" panose="020B0604020202020204" pitchFamily="34" charset="0"/>
              </a:rPr>
              <a:t>SOFTWARE TESTING</a:t>
            </a:r>
            <a:endParaRPr lang="en-US" sz="1000" dirty="0"/>
          </a:p>
        </p:txBody>
      </p:sp>
      <p:sp>
        <p:nvSpPr>
          <p:cNvPr id="3" name="Text 1"/>
          <p:cNvSpPr/>
          <p:nvPr/>
        </p:nvSpPr>
        <p:spPr>
          <a:xfrm>
            <a:off x="566928" y="713232"/>
            <a:ext cx="10835640" cy="548640"/>
          </a:xfrm>
          <a:prstGeom prst="rect">
            <a:avLst/>
          </a:prstGeom>
          <a:noFill/>
        </p:spPr>
        <p:txBody>
          <a:bodyPr wrap="square" lIns="0" tIns="0" rIns="0" bIns="0" rtlCol="0" anchor="ctr"/>
          <a:lstStyle/>
          <a:p>
            <a:pPr marL="0" indent="0">
              <a:buNone/>
            </a:pPr>
            <a:r>
              <a:rPr lang="en-US" sz="2700" b="1" dirty="0">
                <a:solidFill>
                  <a:srgbClr val="12212F"/>
                </a:solidFill>
                <a:latin typeface="Arial" panose="020B0604020202020204" pitchFamily="34" charset="0"/>
                <a:ea typeface="Arial" panose="020B0604020202020204" pitchFamily="34" charset="0"/>
                <a:cs typeface="Arial" panose="020B0604020202020204" pitchFamily="34" charset="0"/>
              </a:rPr>
              <a:t>Test Scope &amp; Environment</a:t>
            </a:r>
            <a:endParaRPr lang="en-US" sz="2700" dirty="0"/>
          </a:p>
        </p:txBody>
      </p:sp>
      <p:sp>
        <p:nvSpPr>
          <p:cNvPr id="4" name="Text 2"/>
          <p:cNvSpPr/>
          <p:nvPr/>
        </p:nvSpPr>
        <p:spPr>
          <a:xfrm>
            <a:off x="566928" y="1316736"/>
            <a:ext cx="10515600" cy="420624"/>
          </a:xfrm>
          <a:prstGeom prst="rect">
            <a:avLst/>
          </a:prstGeom>
          <a:noFill/>
        </p:spPr>
        <p:txBody>
          <a:bodyPr wrap="square" lIns="0" tIns="0" rIns="0" bIns="0" rtlCol="0" anchor="ctr"/>
          <a:lstStyle/>
          <a:p>
            <a:pPr marL="0" indent="0">
              <a:buNone/>
            </a:pPr>
            <a:r>
              <a:rPr lang="en-US" sz="1300" dirty="0">
                <a:solidFill>
                  <a:srgbClr val="687584"/>
                </a:solidFill>
                <a:latin typeface="Arial" panose="020B0604020202020204" pitchFamily="34" charset="0"/>
                <a:ea typeface="Arial" panose="020B0604020202020204" pitchFamily="34" charset="0"/>
                <a:cs typeface="Arial" panose="020B0604020202020204" pitchFamily="34" charset="0"/>
              </a:rPr>
              <a:t>Testing covers functional workflows, non-functional quality areas, and a local development environment.</a:t>
            </a:r>
            <a:endParaRPr lang="en-US" sz="1300" dirty="0"/>
          </a:p>
        </p:txBody>
      </p:sp>
      <p:sp>
        <p:nvSpPr>
          <p:cNvPr id="5" name="Shape 3"/>
          <p:cNvSpPr/>
          <p:nvPr/>
        </p:nvSpPr>
        <p:spPr>
          <a:xfrm>
            <a:off x="621792" y="1984248"/>
            <a:ext cx="5257800" cy="3858768"/>
          </a:xfrm>
          <a:prstGeom prst="roundRect">
            <a:avLst>
              <a:gd name="adj" fmla="val 3081"/>
            </a:avLst>
          </a:prstGeom>
          <a:solidFill>
            <a:srgbClr val="FFFFFF"/>
          </a:solidFill>
          <a:ln w="12700">
            <a:solidFill>
              <a:srgbClr val="E1E6E9"/>
            </a:solidFill>
            <a:prstDash val="solid"/>
          </a:ln>
          <a:effectLst>
            <a:outerShdw blurRad="-2147483648" dist="-2147483648" dir="2" algn="bl" rotWithShape="0">
              <a:srgbClr val="000000">
                <a:alpha val="1"/>
              </a:srgbClr>
            </a:outerShdw>
          </a:effectLst>
        </p:spPr>
      </p:sp>
      <p:sp>
        <p:nvSpPr>
          <p:cNvPr id="6" name="Text 4"/>
          <p:cNvSpPr/>
          <p:nvPr/>
        </p:nvSpPr>
        <p:spPr>
          <a:xfrm>
            <a:off x="896112" y="2276856"/>
            <a:ext cx="1444752" cy="182880"/>
          </a:xfrm>
          <a:prstGeom prst="rect">
            <a:avLst/>
          </a:prstGeom>
          <a:noFill/>
        </p:spPr>
        <p:txBody>
          <a:bodyPr wrap="square" lIns="0" tIns="0" rIns="0" bIns="0" rtlCol="0" anchor="ctr"/>
          <a:lstStyle/>
          <a:p>
            <a:pPr marL="0" indent="0">
              <a:buNone/>
            </a:pPr>
            <a:r>
              <a:rPr lang="en-US" sz="950" b="1" kern="0" spc="80" dirty="0">
                <a:solidFill>
                  <a:srgbClr val="687584"/>
                </a:solidFill>
                <a:latin typeface="Arial" panose="020B0604020202020204" pitchFamily="34" charset="0"/>
                <a:ea typeface="Arial" panose="020B0604020202020204" pitchFamily="34" charset="0"/>
                <a:cs typeface="Arial" panose="020B0604020202020204" pitchFamily="34" charset="0"/>
              </a:rPr>
              <a:t>TEST SCOPE</a:t>
            </a:r>
            <a:endParaRPr lang="en-US" sz="950" dirty="0"/>
          </a:p>
        </p:txBody>
      </p:sp>
      <p:sp>
        <p:nvSpPr>
          <p:cNvPr id="7" name="Shape 5"/>
          <p:cNvSpPr/>
          <p:nvPr/>
        </p:nvSpPr>
        <p:spPr>
          <a:xfrm>
            <a:off x="896112" y="2660904"/>
            <a:ext cx="1234440" cy="329184"/>
          </a:xfrm>
          <a:prstGeom prst="roundRect">
            <a:avLst>
              <a:gd name="adj" fmla="val 50000"/>
            </a:avLst>
          </a:prstGeom>
          <a:solidFill>
            <a:srgbClr val="DDF5F1"/>
          </a:solidFill>
          <a:ln w="12700">
            <a:solidFill>
              <a:srgbClr val="DDF5F1">
                <a:alpha val="0"/>
              </a:srgbClr>
            </a:solidFill>
            <a:prstDash val="solid"/>
          </a:ln>
        </p:spPr>
      </p:sp>
      <p:pic>
        <p:nvPicPr>
          <p:cNvPr id="8" name="Image 0" descr="preencoded.png"/>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005840" y="2743200"/>
            <a:ext cx="146304" cy="146304"/>
          </a:xfrm>
          <a:prstGeom prst="rect">
            <a:avLst/>
          </a:prstGeom>
        </p:spPr>
      </p:pic>
      <p:sp>
        <p:nvSpPr>
          <p:cNvPr id="9" name="Text 6"/>
          <p:cNvSpPr/>
          <p:nvPr/>
        </p:nvSpPr>
        <p:spPr>
          <a:xfrm>
            <a:off x="1197864" y="2734056"/>
            <a:ext cx="841248" cy="164592"/>
          </a:xfrm>
          <a:prstGeom prst="rect">
            <a:avLst/>
          </a:prstGeom>
          <a:noFill/>
        </p:spPr>
        <p:txBody>
          <a:bodyPr wrap="square" lIns="0" tIns="0" rIns="0" bIns="0" rtlCol="0" anchor="ctr"/>
          <a:lstStyle/>
          <a:p>
            <a:pPr marL="0" indent="0">
              <a:buNone/>
            </a:pPr>
            <a:r>
              <a:rPr lang="en-US" sz="940" b="1" dirty="0">
                <a:solidFill>
                  <a:srgbClr val="1BB5A8"/>
                </a:solidFill>
                <a:latin typeface="Arial" panose="020B0604020202020204" pitchFamily="34" charset="0"/>
                <a:ea typeface="Arial" panose="020B0604020202020204" pitchFamily="34" charset="0"/>
                <a:cs typeface="Arial" panose="020B0604020202020204" pitchFamily="34" charset="0"/>
              </a:rPr>
              <a:t>FUNCTIONAL</a:t>
            </a:r>
            <a:endParaRPr lang="en-US" sz="940" dirty="0"/>
          </a:p>
        </p:txBody>
      </p:sp>
      <p:pic>
        <p:nvPicPr>
          <p:cNvPr id="10" name="Image 1"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932688" y="3200400"/>
            <a:ext cx="164592" cy="164592"/>
          </a:xfrm>
          <a:prstGeom prst="rect">
            <a:avLst/>
          </a:prstGeom>
        </p:spPr>
      </p:pic>
      <p:sp>
        <p:nvSpPr>
          <p:cNvPr id="11" name="Text 7"/>
          <p:cNvSpPr/>
          <p:nvPr/>
        </p:nvSpPr>
        <p:spPr>
          <a:xfrm>
            <a:off x="1225296" y="3172968"/>
            <a:ext cx="1901952" cy="201168"/>
          </a:xfrm>
          <a:prstGeom prst="rect">
            <a:avLst/>
          </a:prstGeom>
          <a:noFill/>
        </p:spPr>
        <p:txBody>
          <a:bodyPr wrap="square" lIns="0" tIns="0" rIns="0" bIns="0" rtlCol="0" anchor="ctr"/>
          <a:lstStyle/>
          <a:p>
            <a:pPr marL="0" indent="0">
              <a:buNone/>
            </a:pPr>
            <a:r>
              <a:rPr lang="en-US" sz="1050" b="1" dirty="0">
                <a:solidFill>
                  <a:srgbClr val="12212F"/>
                </a:solidFill>
                <a:latin typeface="Arial" panose="020B0604020202020204" pitchFamily="34" charset="0"/>
                <a:ea typeface="Arial" panose="020B0604020202020204" pitchFamily="34" charset="0"/>
                <a:cs typeface="Arial" panose="020B0604020202020204" pitchFamily="34" charset="0"/>
              </a:rPr>
              <a:t>Authentication</a:t>
            </a:r>
            <a:endParaRPr lang="en-US" sz="1050" dirty="0"/>
          </a:p>
        </p:txBody>
      </p:sp>
      <p:pic>
        <p:nvPicPr>
          <p:cNvPr id="12" name="Image 2"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932688" y="3639312"/>
            <a:ext cx="164592" cy="164592"/>
          </a:xfrm>
          <a:prstGeom prst="rect">
            <a:avLst/>
          </a:prstGeom>
        </p:spPr>
      </p:pic>
      <p:sp>
        <p:nvSpPr>
          <p:cNvPr id="13" name="Text 8"/>
          <p:cNvSpPr/>
          <p:nvPr/>
        </p:nvSpPr>
        <p:spPr>
          <a:xfrm>
            <a:off x="1225296" y="3611880"/>
            <a:ext cx="1901952" cy="201168"/>
          </a:xfrm>
          <a:prstGeom prst="rect">
            <a:avLst/>
          </a:prstGeom>
          <a:noFill/>
        </p:spPr>
        <p:txBody>
          <a:bodyPr wrap="square" lIns="0" tIns="0" rIns="0" bIns="0" rtlCol="0" anchor="ctr"/>
          <a:lstStyle/>
          <a:p>
            <a:pPr marL="0" indent="0">
              <a:buNone/>
            </a:pPr>
            <a:r>
              <a:rPr lang="en-US" sz="1050" b="1" dirty="0">
                <a:solidFill>
                  <a:srgbClr val="12212F"/>
                </a:solidFill>
                <a:latin typeface="Arial" panose="020B0604020202020204" pitchFamily="34" charset="0"/>
                <a:ea typeface="Arial" panose="020B0604020202020204" pitchFamily="34" charset="0"/>
                <a:cs typeface="Arial" panose="020B0604020202020204" pitchFamily="34" charset="0"/>
              </a:rPr>
              <a:t>AI itinerary</a:t>
            </a:r>
            <a:endParaRPr lang="en-US" sz="1050" dirty="0"/>
          </a:p>
        </p:txBody>
      </p:sp>
      <p:pic>
        <p:nvPicPr>
          <p:cNvPr id="14" name="Image 3"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932688" y="4078224"/>
            <a:ext cx="164592" cy="164592"/>
          </a:xfrm>
          <a:prstGeom prst="rect">
            <a:avLst/>
          </a:prstGeom>
        </p:spPr>
      </p:pic>
      <p:sp>
        <p:nvSpPr>
          <p:cNvPr id="15" name="Text 9"/>
          <p:cNvSpPr/>
          <p:nvPr/>
        </p:nvSpPr>
        <p:spPr>
          <a:xfrm>
            <a:off x="1225296" y="4050792"/>
            <a:ext cx="1901952" cy="201168"/>
          </a:xfrm>
          <a:prstGeom prst="rect">
            <a:avLst/>
          </a:prstGeom>
          <a:noFill/>
        </p:spPr>
        <p:txBody>
          <a:bodyPr wrap="square" lIns="0" tIns="0" rIns="0" bIns="0" rtlCol="0" anchor="ctr"/>
          <a:lstStyle/>
          <a:p>
            <a:pPr marL="0" indent="0">
              <a:buNone/>
            </a:pPr>
            <a:r>
              <a:rPr lang="en-US" sz="1050" b="1" dirty="0">
                <a:solidFill>
                  <a:srgbClr val="12212F"/>
                </a:solidFill>
                <a:latin typeface="Arial" panose="020B0604020202020204" pitchFamily="34" charset="0"/>
                <a:ea typeface="Arial" panose="020B0604020202020204" pitchFamily="34" charset="0"/>
                <a:cs typeface="Arial" panose="020B0604020202020204" pitchFamily="34" charset="0"/>
              </a:rPr>
              <a:t>Role management</a:t>
            </a:r>
            <a:endParaRPr lang="en-US" sz="1050" dirty="0"/>
          </a:p>
        </p:txBody>
      </p:sp>
      <p:pic>
        <p:nvPicPr>
          <p:cNvPr id="16" name="Image 4"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932688" y="4517136"/>
            <a:ext cx="164592" cy="164592"/>
          </a:xfrm>
          <a:prstGeom prst="rect">
            <a:avLst/>
          </a:prstGeom>
        </p:spPr>
      </p:pic>
      <p:sp>
        <p:nvSpPr>
          <p:cNvPr id="17" name="Text 10"/>
          <p:cNvSpPr/>
          <p:nvPr/>
        </p:nvSpPr>
        <p:spPr>
          <a:xfrm>
            <a:off x="1225296" y="4489704"/>
            <a:ext cx="1901952" cy="201168"/>
          </a:xfrm>
          <a:prstGeom prst="rect">
            <a:avLst/>
          </a:prstGeom>
          <a:noFill/>
        </p:spPr>
        <p:txBody>
          <a:bodyPr wrap="square" lIns="0" tIns="0" rIns="0" bIns="0" rtlCol="0" anchor="ctr"/>
          <a:lstStyle/>
          <a:p>
            <a:pPr marL="0" indent="0">
              <a:buNone/>
            </a:pPr>
            <a:r>
              <a:rPr lang="en-US" sz="1050" b="1" dirty="0">
                <a:solidFill>
                  <a:srgbClr val="12212F"/>
                </a:solidFill>
                <a:latin typeface="Arial" panose="020B0604020202020204" pitchFamily="34" charset="0"/>
                <a:ea typeface="Arial" panose="020B0604020202020204" pitchFamily="34" charset="0"/>
                <a:cs typeface="Arial" panose="020B0604020202020204" pitchFamily="34" charset="0"/>
              </a:rPr>
              <a:t>Real-time updates</a:t>
            </a:r>
            <a:endParaRPr lang="en-US" sz="1050" dirty="0"/>
          </a:p>
        </p:txBody>
      </p:sp>
      <p:sp>
        <p:nvSpPr>
          <p:cNvPr id="18" name="Shape 11"/>
          <p:cNvSpPr/>
          <p:nvPr/>
        </p:nvSpPr>
        <p:spPr>
          <a:xfrm>
            <a:off x="3246120" y="2660904"/>
            <a:ext cx="1572768" cy="329184"/>
          </a:xfrm>
          <a:prstGeom prst="roundRect">
            <a:avLst>
              <a:gd name="adj" fmla="val 50000"/>
            </a:avLst>
          </a:prstGeom>
          <a:solidFill>
            <a:srgbClr val="FFE9DE"/>
          </a:solidFill>
          <a:ln w="12700">
            <a:solidFill>
              <a:srgbClr val="FFE9DE">
                <a:alpha val="0"/>
              </a:srgbClr>
            </a:solidFill>
            <a:prstDash val="solid"/>
          </a:ln>
        </p:spPr>
      </p:sp>
      <p:pic>
        <p:nvPicPr>
          <p:cNvPr id="19" name="Image 5" descr="preencoded.png"/>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3355848" y="2743200"/>
            <a:ext cx="146304" cy="146304"/>
          </a:xfrm>
          <a:prstGeom prst="rect">
            <a:avLst/>
          </a:prstGeom>
        </p:spPr>
      </p:pic>
      <p:sp>
        <p:nvSpPr>
          <p:cNvPr id="20" name="Text 12"/>
          <p:cNvSpPr/>
          <p:nvPr/>
        </p:nvSpPr>
        <p:spPr>
          <a:xfrm>
            <a:off x="3547872" y="2734056"/>
            <a:ext cx="1179576" cy="164592"/>
          </a:xfrm>
          <a:prstGeom prst="rect">
            <a:avLst/>
          </a:prstGeom>
          <a:noFill/>
        </p:spPr>
        <p:txBody>
          <a:bodyPr wrap="square" lIns="0" tIns="0" rIns="0" bIns="0" rtlCol="0" anchor="ctr"/>
          <a:lstStyle/>
          <a:p>
            <a:pPr marL="0" indent="0">
              <a:buNone/>
            </a:pPr>
            <a:r>
              <a:rPr lang="en-US" sz="940" b="1" dirty="0">
                <a:solidFill>
                  <a:srgbClr val="FF6B3D"/>
                </a:solidFill>
                <a:latin typeface="Arial" panose="020B0604020202020204" pitchFamily="34" charset="0"/>
                <a:ea typeface="Arial" panose="020B0604020202020204" pitchFamily="34" charset="0"/>
                <a:cs typeface="Arial" panose="020B0604020202020204" pitchFamily="34" charset="0"/>
              </a:rPr>
              <a:t>NON-FUNCTIONAL</a:t>
            </a:r>
            <a:endParaRPr lang="en-US" sz="940" dirty="0"/>
          </a:p>
        </p:txBody>
      </p:sp>
      <p:pic>
        <p:nvPicPr>
          <p:cNvPr id="21" name="Image 6"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3291840" y="3200400"/>
            <a:ext cx="164592" cy="164592"/>
          </a:xfrm>
          <a:prstGeom prst="rect">
            <a:avLst/>
          </a:prstGeom>
        </p:spPr>
      </p:pic>
      <p:sp>
        <p:nvSpPr>
          <p:cNvPr id="22" name="Text 13"/>
          <p:cNvSpPr/>
          <p:nvPr/>
        </p:nvSpPr>
        <p:spPr>
          <a:xfrm>
            <a:off x="3584448" y="3172968"/>
            <a:ext cx="1664208" cy="201168"/>
          </a:xfrm>
          <a:prstGeom prst="rect">
            <a:avLst/>
          </a:prstGeom>
          <a:noFill/>
        </p:spPr>
        <p:txBody>
          <a:bodyPr wrap="square" lIns="0" tIns="0" rIns="0" bIns="0" rtlCol="0" anchor="ctr"/>
          <a:lstStyle/>
          <a:p>
            <a:pPr marL="0" indent="0">
              <a:buNone/>
            </a:pPr>
            <a:r>
              <a:rPr lang="en-US" sz="1050" b="1" dirty="0">
                <a:solidFill>
                  <a:srgbClr val="12212F"/>
                </a:solidFill>
                <a:latin typeface="Arial" panose="020B0604020202020204" pitchFamily="34" charset="0"/>
                <a:ea typeface="Arial" panose="020B0604020202020204" pitchFamily="34" charset="0"/>
                <a:cs typeface="Arial" panose="020B0604020202020204" pitchFamily="34" charset="0"/>
              </a:rPr>
              <a:t>Performance</a:t>
            </a:r>
            <a:endParaRPr lang="en-US" sz="1050" dirty="0"/>
          </a:p>
        </p:txBody>
      </p:sp>
      <p:pic>
        <p:nvPicPr>
          <p:cNvPr id="23" name="Image 7"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3291840" y="3639312"/>
            <a:ext cx="164592" cy="164592"/>
          </a:xfrm>
          <a:prstGeom prst="rect">
            <a:avLst/>
          </a:prstGeom>
        </p:spPr>
      </p:pic>
      <p:sp>
        <p:nvSpPr>
          <p:cNvPr id="24" name="Text 14"/>
          <p:cNvSpPr/>
          <p:nvPr/>
        </p:nvSpPr>
        <p:spPr>
          <a:xfrm>
            <a:off x="3584448" y="3611880"/>
            <a:ext cx="1664208" cy="201168"/>
          </a:xfrm>
          <a:prstGeom prst="rect">
            <a:avLst/>
          </a:prstGeom>
          <a:noFill/>
        </p:spPr>
        <p:txBody>
          <a:bodyPr wrap="square" lIns="0" tIns="0" rIns="0" bIns="0" rtlCol="0" anchor="ctr"/>
          <a:lstStyle/>
          <a:p>
            <a:pPr marL="0" indent="0">
              <a:buNone/>
            </a:pPr>
            <a:r>
              <a:rPr lang="en-US" sz="1050" b="1" dirty="0">
                <a:solidFill>
                  <a:srgbClr val="12212F"/>
                </a:solidFill>
                <a:latin typeface="Arial" panose="020B0604020202020204" pitchFamily="34" charset="0"/>
                <a:ea typeface="Arial" panose="020B0604020202020204" pitchFamily="34" charset="0"/>
                <a:cs typeface="Arial" panose="020B0604020202020204" pitchFamily="34" charset="0"/>
              </a:rPr>
              <a:t>UI compatibility</a:t>
            </a:r>
            <a:endParaRPr lang="en-US" sz="1050" dirty="0"/>
          </a:p>
        </p:txBody>
      </p:sp>
      <p:sp>
        <p:nvSpPr>
          <p:cNvPr id="25" name="Shape 15"/>
          <p:cNvSpPr/>
          <p:nvPr/>
        </p:nvSpPr>
        <p:spPr>
          <a:xfrm>
            <a:off x="896112" y="5001768"/>
            <a:ext cx="4553712" cy="475488"/>
          </a:xfrm>
          <a:prstGeom prst="roundRect">
            <a:avLst>
              <a:gd name="adj" fmla="val 17308"/>
            </a:avLst>
          </a:prstGeom>
          <a:solidFill>
            <a:srgbClr val="F4F7F8"/>
          </a:solidFill>
          <a:ln w="12700">
            <a:solidFill>
              <a:srgbClr val="F4F7F8">
                <a:alpha val="0"/>
              </a:srgbClr>
            </a:solidFill>
            <a:prstDash val="solid"/>
          </a:ln>
        </p:spPr>
      </p:sp>
      <p:sp>
        <p:nvSpPr>
          <p:cNvPr id="26" name="Text 16"/>
          <p:cNvSpPr/>
          <p:nvPr/>
        </p:nvSpPr>
        <p:spPr>
          <a:xfrm>
            <a:off x="1088136" y="5148072"/>
            <a:ext cx="4160520" cy="164592"/>
          </a:xfrm>
          <a:prstGeom prst="rect">
            <a:avLst/>
          </a:prstGeom>
          <a:noFill/>
        </p:spPr>
        <p:txBody>
          <a:bodyPr wrap="square" lIns="0" tIns="0" rIns="0" bIns="0" rtlCol="0" anchor="ctr"/>
          <a:lstStyle/>
          <a:p>
            <a:pPr marL="0" indent="0" algn="ctr">
              <a:buNone/>
            </a:pPr>
            <a:r>
              <a:rPr lang="en-US" sz="960" b="1" dirty="0">
                <a:solidFill>
                  <a:srgbClr val="0B1F33"/>
                </a:solidFill>
                <a:latin typeface="Arial" panose="020B0604020202020204" pitchFamily="34" charset="0"/>
                <a:ea typeface="Arial" panose="020B0604020202020204" pitchFamily="34" charset="0"/>
                <a:cs typeface="Arial" panose="020B0604020202020204" pitchFamily="34" charset="0"/>
              </a:rPr>
              <a:t>Manual testing + automated browser testing</a:t>
            </a:r>
            <a:endParaRPr lang="en-US" sz="960" dirty="0"/>
          </a:p>
        </p:txBody>
      </p:sp>
      <p:sp>
        <p:nvSpPr>
          <p:cNvPr id="27" name="Shape 17"/>
          <p:cNvSpPr/>
          <p:nvPr/>
        </p:nvSpPr>
        <p:spPr>
          <a:xfrm>
            <a:off x="6181344" y="1984248"/>
            <a:ext cx="5358384" cy="3858768"/>
          </a:xfrm>
          <a:prstGeom prst="roundRect">
            <a:avLst>
              <a:gd name="adj" fmla="val 3081"/>
            </a:avLst>
          </a:prstGeom>
          <a:solidFill>
            <a:srgbClr val="0B1F33"/>
          </a:solidFill>
          <a:ln w="12700">
            <a:solidFill>
              <a:srgbClr val="0B1F33">
                <a:alpha val="0"/>
              </a:srgbClr>
            </a:solidFill>
            <a:prstDash val="solid"/>
          </a:ln>
          <a:effectLst>
            <a:outerShdw blurRad="-2147483648" dist="-2147483648" dir="1" algn="bl" rotWithShape="0">
              <a:srgbClr val="000000">
                <a:alpha val="1"/>
              </a:srgbClr>
            </a:outerShdw>
          </a:effectLst>
        </p:spPr>
      </p:sp>
      <p:sp>
        <p:nvSpPr>
          <p:cNvPr id="28" name="Text 18"/>
          <p:cNvSpPr/>
          <p:nvPr/>
        </p:nvSpPr>
        <p:spPr>
          <a:xfrm>
            <a:off x="6483096" y="2276856"/>
            <a:ext cx="1920240" cy="182880"/>
          </a:xfrm>
          <a:prstGeom prst="rect">
            <a:avLst/>
          </a:prstGeom>
          <a:noFill/>
        </p:spPr>
        <p:txBody>
          <a:bodyPr wrap="square" lIns="0" tIns="0" rIns="0" bIns="0" rtlCol="0" anchor="ctr"/>
          <a:lstStyle/>
          <a:p>
            <a:pPr marL="0" indent="0">
              <a:buNone/>
            </a:pPr>
            <a:r>
              <a:rPr lang="en-US" sz="950" b="1" kern="0" spc="80" dirty="0">
                <a:solidFill>
                  <a:srgbClr val="B8CAD7"/>
                </a:solidFill>
                <a:latin typeface="Arial" panose="020B0604020202020204" pitchFamily="34" charset="0"/>
                <a:ea typeface="Arial" panose="020B0604020202020204" pitchFamily="34" charset="0"/>
                <a:cs typeface="Arial" panose="020B0604020202020204" pitchFamily="34" charset="0"/>
              </a:rPr>
              <a:t>TEST ENVIRONMENT</a:t>
            </a:r>
            <a:endParaRPr lang="en-US" sz="950" dirty="0"/>
          </a:p>
        </p:txBody>
      </p:sp>
      <p:pic>
        <p:nvPicPr>
          <p:cNvPr id="29" name="Image 8" descr="preencoded.png"/>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6492240" y="2779776"/>
            <a:ext cx="219456" cy="219456"/>
          </a:xfrm>
          <a:prstGeom prst="rect">
            <a:avLst/>
          </a:prstGeom>
        </p:spPr>
      </p:pic>
      <p:sp>
        <p:nvSpPr>
          <p:cNvPr id="30" name="Text 19"/>
          <p:cNvSpPr/>
          <p:nvPr/>
        </p:nvSpPr>
        <p:spPr>
          <a:xfrm>
            <a:off x="6903720" y="2734056"/>
            <a:ext cx="1353312" cy="164592"/>
          </a:xfrm>
          <a:prstGeom prst="rect">
            <a:avLst/>
          </a:prstGeom>
          <a:noFill/>
        </p:spPr>
        <p:txBody>
          <a:bodyPr wrap="square" lIns="0" tIns="0" rIns="0" bIns="0" rtlCol="0" anchor="ctr"/>
          <a:lstStyle/>
          <a:p>
            <a:pPr marL="0" indent="0">
              <a:buNone/>
            </a:pPr>
            <a:r>
              <a:rPr lang="en-US" sz="880" dirty="0">
                <a:solidFill>
                  <a:srgbClr val="AFC1CF"/>
                </a:solidFill>
                <a:latin typeface="Arial" panose="020B0604020202020204" pitchFamily="34" charset="0"/>
                <a:ea typeface="Arial" panose="020B0604020202020204" pitchFamily="34" charset="0"/>
                <a:cs typeface="Arial" panose="020B0604020202020204" pitchFamily="34" charset="0"/>
              </a:rPr>
              <a:t>Operating system</a:t>
            </a:r>
            <a:endParaRPr lang="en-US" sz="880" dirty="0"/>
          </a:p>
        </p:txBody>
      </p:sp>
      <p:sp>
        <p:nvSpPr>
          <p:cNvPr id="31" name="Text 20"/>
          <p:cNvSpPr/>
          <p:nvPr/>
        </p:nvSpPr>
        <p:spPr>
          <a:xfrm>
            <a:off x="8348472" y="2697480"/>
            <a:ext cx="2350008" cy="219456"/>
          </a:xfrm>
          <a:prstGeom prst="rect">
            <a:avLst/>
          </a:prstGeom>
          <a:noFill/>
        </p:spPr>
        <p:txBody>
          <a:bodyPr wrap="square" lIns="0" tIns="0" rIns="0" bIns="0" rtlCol="0" anchor="ctr"/>
          <a:lstStyle/>
          <a:p>
            <a:pPr marL="0" indent="0">
              <a:buNone/>
            </a:pPr>
            <a:r>
              <a:rPr lang="en-US" sz="1140" b="1" dirty="0">
                <a:solidFill>
                  <a:srgbClr val="FFFFFF"/>
                </a:solidFill>
                <a:latin typeface="Arial" panose="020B0604020202020204" pitchFamily="34" charset="0"/>
                <a:ea typeface="Arial" panose="020B0604020202020204" pitchFamily="34" charset="0"/>
                <a:cs typeface="Arial" panose="020B0604020202020204" pitchFamily="34" charset="0"/>
              </a:rPr>
              <a:t>Windows 10 / 11</a:t>
            </a:r>
            <a:endParaRPr lang="en-US" sz="1140" dirty="0"/>
          </a:p>
        </p:txBody>
      </p:sp>
      <p:pic>
        <p:nvPicPr>
          <p:cNvPr id="32" name="Image 9" descr="preencoded.png"/>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6492240" y="3410712"/>
            <a:ext cx="219456" cy="219456"/>
          </a:xfrm>
          <a:prstGeom prst="rect">
            <a:avLst/>
          </a:prstGeom>
        </p:spPr>
      </p:pic>
      <p:sp>
        <p:nvSpPr>
          <p:cNvPr id="33" name="Text 21"/>
          <p:cNvSpPr/>
          <p:nvPr/>
        </p:nvSpPr>
        <p:spPr>
          <a:xfrm>
            <a:off x="6903720" y="3364992"/>
            <a:ext cx="1353312" cy="164592"/>
          </a:xfrm>
          <a:prstGeom prst="rect">
            <a:avLst/>
          </a:prstGeom>
          <a:noFill/>
        </p:spPr>
        <p:txBody>
          <a:bodyPr wrap="square" lIns="0" tIns="0" rIns="0" bIns="0" rtlCol="0" anchor="ctr"/>
          <a:lstStyle/>
          <a:p>
            <a:pPr marL="0" indent="0">
              <a:buNone/>
            </a:pPr>
            <a:r>
              <a:rPr lang="en-US" sz="880" dirty="0">
                <a:solidFill>
                  <a:srgbClr val="AFC1CF"/>
                </a:solidFill>
                <a:latin typeface="Arial" panose="020B0604020202020204" pitchFamily="34" charset="0"/>
                <a:ea typeface="Arial" panose="020B0604020202020204" pitchFamily="34" charset="0"/>
                <a:cs typeface="Arial" panose="020B0604020202020204" pitchFamily="34" charset="0"/>
              </a:rPr>
              <a:t>Backend runtime</a:t>
            </a:r>
            <a:endParaRPr lang="en-US" sz="880" dirty="0"/>
          </a:p>
        </p:txBody>
      </p:sp>
      <p:sp>
        <p:nvSpPr>
          <p:cNvPr id="34" name="Text 22"/>
          <p:cNvSpPr/>
          <p:nvPr/>
        </p:nvSpPr>
        <p:spPr>
          <a:xfrm>
            <a:off x="8348472" y="3328416"/>
            <a:ext cx="2350008" cy="219456"/>
          </a:xfrm>
          <a:prstGeom prst="rect">
            <a:avLst/>
          </a:prstGeom>
          <a:noFill/>
        </p:spPr>
        <p:txBody>
          <a:bodyPr wrap="square" lIns="0" tIns="0" rIns="0" bIns="0" rtlCol="0" anchor="ctr"/>
          <a:lstStyle/>
          <a:p>
            <a:pPr marL="0" indent="0">
              <a:buNone/>
            </a:pPr>
            <a:r>
              <a:rPr lang="en-US" sz="1140" b="1" dirty="0">
                <a:solidFill>
                  <a:srgbClr val="FFFFFF"/>
                </a:solidFill>
                <a:latin typeface="Arial" panose="020B0604020202020204" pitchFamily="34" charset="0"/>
                <a:ea typeface="Arial" panose="020B0604020202020204" pitchFamily="34" charset="0"/>
                <a:cs typeface="Arial" panose="020B0604020202020204" pitchFamily="34" charset="0"/>
              </a:rPr>
              <a:t>Python 3.11+</a:t>
            </a:r>
            <a:endParaRPr lang="en-US" sz="1140" dirty="0"/>
          </a:p>
        </p:txBody>
      </p:sp>
      <p:pic>
        <p:nvPicPr>
          <p:cNvPr id="35" name="Image 10" descr="preencoded.png"/>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6492240" y="4041648"/>
            <a:ext cx="219456" cy="219456"/>
          </a:xfrm>
          <a:prstGeom prst="rect">
            <a:avLst/>
          </a:prstGeom>
        </p:spPr>
      </p:pic>
      <p:sp>
        <p:nvSpPr>
          <p:cNvPr id="36" name="Text 23"/>
          <p:cNvSpPr/>
          <p:nvPr/>
        </p:nvSpPr>
        <p:spPr>
          <a:xfrm>
            <a:off x="6903720" y="3995928"/>
            <a:ext cx="1353312" cy="164592"/>
          </a:xfrm>
          <a:prstGeom prst="rect">
            <a:avLst/>
          </a:prstGeom>
          <a:noFill/>
        </p:spPr>
        <p:txBody>
          <a:bodyPr wrap="square" lIns="0" tIns="0" rIns="0" bIns="0" rtlCol="0" anchor="ctr"/>
          <a:lstStyle/>
          <a:p>
            <a:pPr marL="0" indent="0">
              <a:buNone/>
            </a:pPr>
            <a:r>
              <a:rPr lang="en-US" sz="880" dirty="0">
                <a:solidFill>
                  <a:srgbClr val="AFC1CF"/>
                </a:solidFill>
                <a:latin typeface="Arial" panose="020B0604020202020204" pitchFamily="34" charset="0"/>
                <a:ea typeface="Arial" panose="020B0604020202020204" pitchFamily="34" charset="0"/>
                <a:cs typeface="Arial" panose="020B0604020202020204" pitchFamily="34" charset="0"/>
              </a:rPr>
              <a:t>Frontend runtime</a:t>
            </a:r>
            <a:endParaRPr lang="en-US" sz="880" dirty="0"/>
          </a:p>
        </p:txBody>
      </p:sp>
      <p:sp>
        <p:nvSpPr>
          <p:cNvPr id="37" name="Text 24"/>
          <p:cNvSpPr/>
          <p:nvPr/>
        </p:nvSpPr>
        <p:spPr>
          <a:xfrm>
            <a:off x="8348472" y="3959352"/>
            <a:ext cx="2350008" cy="219456"/>
          </a:xfrm>
          <a:prstGeom prst="rect">
            <a:avLst/>
          </a:prstGeom>
          <a:noFill/>
        </p:spPr>
        <p:txBody>
          <a:bodyPr wrap="square" lIns="0" tIns="0" rIns="0" bIns="0" rtlCol="0" anchor="ctr"/>
          <a:lstStyle/>
          <a:p>
            <a:pPr marL="0" indent="0">
              <a:buNone/>
            </a:pPr>
            <a:r>
              <a:rPr lang="en-US" sz="1140" b="1" dirty="0">
                <a:solidFill>
                  <a:srgbClr val="FFFFFF"/>
                </a:solidFill>
                <a:latin typeface="Arial" panose="020B0604020202020204" pitchFamily="34" charset="0"/>
                <a:ea typeface="Arial" panose="020B0604020202020204" pitchFamily="34" charset="0"/>
                <a:cs typeface="Arial" panose="020B0604020202020204" pitchFamily="34" charset="0"/>
              </a:rPr>
              <a:t>Node.js 20+</a:t>
            </a:r>
            <a:endParaRPr lang="en-US" sz="1140" dirty="0"/>
          </a:p>
        </p:txBody>
      </p:sp>
      <p:pic>
        <p:nvPicPr>
          <p:cNvPr id="38" name="Image 11" descr="preencoded.png"/>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6492240" y="4672584"/>
            <a:ext cx="219456" cy="219456"/>
          </a:xfrm>
          <a:prstGeom prst="rect">
            <a:avLst/>
          </a:prstGeom>
        </p:spPr>
      </p:pic>
      <p:sp>
        <p:nvSpPr>
          <p:cNvPr id="39" name="Text 25"/>
          <p:cNvSpPr/>
          <p:nvPr/>
        </p:nvSpPr>
        <p:spPr>
          <a:xfrm>
            <a:off x="6903720" y="4626864"/>
            <a:ext cx="1353312" cy="164592"/>
          </a:xfrm>
          <a:prstGeom prst="rect">
            <a:avLst/>
          </a:prstGeom>
          <a:noFill/>
        </p:spPr>
        <p:txBody>
          <a:bodyPr wrap="square" lIns="0" tIns="0" rIns="0" bIns="0" rtlCol="0" anchor="ctr"/>
          <a:lstStyle/>
          <a:p>
            <a:pPr marL="0" indent="0">
              <a:buNone/>
            </a:pPr>
            <a:r>
              <a:rPr lang="en-US" sz="880" dirty="0">
                <a:solidFill>
                  <a:srgbClr val="AFC1CF"/>
                </a:solidFill>
                <a:latin typeface="Arial" panose="020B0604020202020204" pitchFamily="34" charset="0"/>
                <a:ea typeface="Arial" panose="020B0604020202020204" pitchFamily="34" charset="0"/>
                <a:cs typeface="Arial" panose="020B0604020202020204" pitchFamily="34" charset="0"/>
              </a:rPr>
              <a:t>Browser</a:t>
            </a:r>
            <a:endParaRPr lang="en-US" sz="880" dirty="0"/>
          </a:p>
        </p:txBody>
      </p:sp>
      <p:sp>
        <p:nvSpPr>
          <p:cNvPr id="40" name="Text 26"/>
          <p:cNvSpPr/>
          <p:nvPr/>
        </p:nvSpPr>
        <p:spPr>
          <a:xfrm>
            <a:off x="8348472" y="4590288"/>
            <a:ext cx="2350008" cy="219456"/>
          </a:xfrm>
          <a:prstGeom prst="rect">
            <a:avLst/>
          </a:prstGeom>
          <a:noFill/>
        </p:spPr>
        <p:txBody>
          <a:bodyPr wrap="square" lIns="0" tIns="0" rIns="0" bIns="0" rtlCol="0" anchor="ctr"/>
          <a:lstStyle/>
          <a:p>
            <a:pPr marL="0" indent="0">
              <a:buNone/>
            </a:pPr>
            <a:r>
              <a:rPr lang="en-US" sz="1140" b="1" dirty="0">
                <a:solidFill>
                  <a:srgbClr val="FFFFFF"/>
                </a:solidFill>
                <a:latin typeface="Arial" panose="020B0604020202020204" pitchFamily="34" charset="0"/>
                <a:ea typeface="Arial" panose="020B0604020202020204" pitchFamily="34" charset="0"/>
                <a:cs typeface="Arial" panose="020B0604020202020204" pitchFamily="34" charset="0"/>
              </a:rPr>
              <a:t>Chrome / Edge</a:t>
            </a:r>
            <a:endParaRPr lang="en-US" sz="1140" dirty="0"/>
          </a:p>
        </p:txBody>
      </p:sp>
      <p:sp>
        <p:nvSpPr>
          <p:cNvPr id="41" name="Shape 27"/>
          <p:cNvSpPr/>
          <p:nvPr/>
        </p:nvSpPr>
        <p:spPr>
          <a:xfrm>
            <a:off x="6473952" y="5330952"/>
            <a:ext cx="2157984" cy="329184"/>
          </a:xfrm>
          <a:prstGeom prst="roundRect">
            <a:avLst>
              <a:gd name="adj" fmla="val 50000"/>
            </a:avLst>
          </a:prstGeom>
          <a:solidFill>
            <a:srgbClr val="17364E"/>
          </a:solidFill>
          <a:ln w="12700">
            <a:solidFill>
              <a:srgbClr val="17364E">
                <a:alpha val="0"/>
              </a:srgbClr>
            </a:solidFill>
            <a:prstDash val="solid"/>
          </a:ln>
        </p:spPr>
      </p:sp>
      <p:pic>
        <p:nvPicPr>
          <p:cNvPr id="42" name="Image 12" descr="preencoded.png"/>
          <p:cNvPicPr>
            <a:picLocks noChangeAspect="1"/>
          </p:cNvPicPr>
          <p:nvPr/>
        </p:nvPicPr>
        <p:blipFill>
          <a:blip r:embed="rId15">
            <a:extLst>
              <a:ext uri="{96DAC541-7B7A-43D3-8B79-37D633B846F1}">
                <asvg:svgBlip xmlns:asvg="http://schemas.microsoft.com/office/drawing/2016/SVG/main" r:embed="rId16"/>
              </a:ext>
            </a:extLst>
          </a:blip>
          <a:stretch>
            <a:fillRect/>
          </a:stretch>
        </p:blipFill>
        <p:spPr>
          <a:xfrm>
            <a:off x="6583680" y="5413248"/>
            <a:ext cx="146304" cy="146304"/>
          </a:xfrm>
          <a:prstGeom prst="rect">
            <a:avLst/>
          </a:prstGeom>
        </p:spPr>
      </p:pic>
      <p:sp>
        <p:nvSpPr>
          <p:cNvPr id="43" name="Text 28"/>
          <p:cNvSpPr/>
          <p:nvPr/>
        </p:nvSpPr>
        <p:spPr>
          <a:xfrm>
            <a:off x="6775704" y="5404104"/>
            <a:ext cx="1764792" cy="164592"/>
          </a:xfrm>
          <a:prstGeom prst="rect">
            <a:avLst/>
          </a:prstGeom>
          <a:noFill/>
        </p:spPr>
        <p:txBody>
          <a:bodyPr wrap="square" lIns="0" tIns="0" rIns="0" bIns="0" rtlCol="0" anchor="ctr"/>
          <a:lstStyle/>
          <a:p>
            <a:pPr marL="0" indent="0">
              <a:buNone/>
            </a:pPr>
            <a:r>
              <a:rPr lang="en-US" sz="940" b="1" dirty="0">
                <a:solidFill>
                  <a:srgbClr val="D3E0E8"/>
                </a:solidFill>
                <a:latin typeface="Arial" panose="020B0604020202020204" pitchFamily="34" charset="0"/>
                <a:ea typeface="Arial" panose="020B0604020202020204" pitchFamily="34" charset="0"/>
                <a:cs typeface="Arial" panose="020B0604020202020204" pitchFamily="34" charset="0"/>
              </a:rPr>
              <a:t>LOCAL TEST ENVIRONMENT</a:t>
            </a:r>
            <a:endParaRPr lang="en-US" sz="940" dirty="0"/>
          </a:p>
        </p:txBody>
      </p:sp>
      <p:sp>
        <p:nvSpPr>
          <p:cNvPr id="44" name="Text 29"/>
          <p:cNvSpPr/>
          <p:nvPr/>
        </p:nvSpPr>
        <p:spPr>
          <a:xfrm>
            <a:off x="7498080" y="6419088"/>
            <a:ext cx="3657600" cy="164592"/>
          </a:xfrm>
          <a:prstGeom prst="rect">
            <a:avLst/>
          </a:prstGeom>
          <a:noFill/>
        </p:spPr>
        <p:txBody>
          <a:bodyPr wrap="square" lIns="0" tIns="0" rIns="0" bIns="0" rtlCol="0" anchor="ctr"/>
          <a:lstStyle/>
          <a:p>
            <a:pPr marL="0" indent="0" algn="r">
              <a:buNone/>
            </a:pPr>
            <a:r>
              <a:rPr lang="en-US" sz="720" dirty="0">
                <a:solidFill>
                  <a:srgbClr val="82909D"/>
                </a:solidFill>
                <a:latin typeface="Arial" panose="020B0604020202020204" pitchFamily="34" charset="0"/>
                <a:ea typeface="Arial" panose="020B0604020202020204" pitchFamily="34" charset="0"/>
                <a:cs typeface="Arial" panose="020B0604020202020204" pitchFamily="34" charset="0"/>
              </a:rPr>
              <a:t>Source: Test Plan v1.1</a:t>
            </a:r>
            <a:endParaRPr lang="en-US" sz="720" dirty="0"/>
          </a:p>
        </p:txBody>
      </p:sp>
      <p:sp>
        <p:nvSpPr>
          <p:cNvPr id="45" name="Slide Number Placeholder 0"/>
          <p:cNvSpPr>
            <a:spLocks noGrp="1"/>
          </p:cNvSpPr>
          <p:nvPr>
            <p:ph type="sldNum" sz="quarter" idx="4294967295"/>
          </p:nvPr>
        </p:nvSpPr>
        <p:spPr>
          <a:xfrm>
            <a:off x="11384280" y="6409944"/>
            <a:ext cx="347472" cy="164592"/>
          </a:xfrm>
          <a:prstGeom prst="rect">
            <a:avLst/>
          </a:prstGeom>
        </p:spPr>
        <p:txBody>
          <a:bodyPr lIns="0" tIns="0" rIns="0" bIns="0"/>
          <a:lstStyle>
            <a:lvl1pPr>
              <a:defRPr sz="750">
                <a:solidFill>
                  <a:srgbClr val="687584"/>
                </a:solidFill>
                <a:latin typeface="Noto Sans"/>
                <a:ea typeface="Noto Sans"/>
                <a:cs typeface="Noto Sans"/>
              </a:defRPr>
            </a:lvl1pPr>
          </a:lstStyle>
          <a:p>
            <a:pPr algn="r"/>
            <a:fld id="{F7021451-1387-4CA6-816F-3879F97B5CBC}" type="slidenum">
              <a:rPr lang="en-US" b="0"/>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66928" y="411480"/>
            <a:ext cx="3931920" cy="201168"/>
          </a:xfrm>
          <a:prstGeom prst="rect">
            <a:avLst/>
          </a:prstGeom>
          <a:noFill/>
        </p:spPr>
        <p:txBody>
          <a:bodyPr wrap="square" lIns="0" tIns="0" rIns="0" bIns="0" rtlCol="0" anchor="ctr"/>
          <a:lstStyle/>
          <a:p>
            <a:pPr marL="0" indent="0">
              <a:buNone/>
            </a:pPr>
            <a:r>
              <a:rPr lang="en-US" sz="1000" b="1" kern="0" spc="110" dirty="0">
                <a:solidFill>
                  <a:srgbClr val="FF6B3D"/>
                </a:solidFill>
                <a:latin typeface="Arial" panose="020B0604020202020204" pitchFamily="34" charset="0"/>
                <a:ea typeface="Arial" panose="020B0604020202020204" pitchFamily="34" charset="0"/>
                <a:cs typeface="Arial" panose="020B0604020202020204" pitchFamily="34" charset="0"/>
              </a:rPr>
              <a:t>SOFTWARE TESTING</a:t>
            </a:r>
            <a:endParaRPr lang="en-US" sz="1000" dirty="0"/>
          </a:p>
        </p:txBody>
      </p:sp>
      <p:sp>
        <p:nvSpPr>
          <p:cNvPr id="3" name="Text 1"/>
          <p:cNvSpPr/>
          <p:nvPr/>
        </p:nvSpPr>
        <p:spPr>
          <a:xfrm>
            <a:off x="566928" y="713232"/>
            <a:ext cx="10835640" cy="548640"/>
          </a:xfrm>
          <a:prstGeom prst="rect">
            <a:avLst/>
          </a:prstGeom>
          <a:noFill/>
        </p:spPr>
        <p:txBody>
          <a:bodyPr wrap="square" lIns="0" tIns="0" rIns="0" bIns="0" rtlCol="0" anchor="ctr"/>
          <a:lstStyle/>
          <a:p>
            <a:pPr marL="0" indent="0">
              <a:buNone/>
            </a:pPr>
            <a:r>
              <a:rPr lang="en-US" sz="2700" b="1" dirty="0">
                <a:solidFill>
                  <a:srgbClr val="12212F"/>
                </a:solidFill>
                <a:latin typeface="Arial" panose="020B0604020202020204" pitchFamily="34" charset="0"/>
                <a:ea typeface="Arial" panose="020B0604020202020204" pitchFamily="34" charset="0"/>
                <a:cs typeface="Arial" panose="020B0604020202020204" pitchFamily="34" charset="0"/>
              </a:rPr>
              <a:t>Test Plan &amp; Tools</a:t>
            </a:r>
            <a:endParaRPr lang="en-US" sz="2700" dirty="0"/>
          </a:p>
        </p:txBody>
      </p:sp>
      <p:sp>
        <p:nvSpPr>
          <p:cNvPr id="4" name="Text 2"/>
          <p:cNvSpPr/>
          <p:nvPr/>
        </p:nvSpPr>
        <p:spPr>
          <a:xfrm>
            <a:off x="566928" y="1316736"/>
            <a:ext cx="10515600" cy="420624"/>
          </a:xfrm>
          <a:prstGeom prst="rect">
            <a:avLst/>
          </a:prstGeom>
          <a:noFill/>
        </p:spPr>
        <p:txBody>
          <a:bodyPr wrap="square" lIns="0" tIns="0" rIns="0" bIns="0" rtlCol="0" anchor="ctr"/>
          <a:lstStyle/>
          <a:p>
            <a:pPr marL="0" indent="0">
              <a:buNone/>
            </a:pPr>
            <a:r>
              <a:rPr lang="en-US" sz="1300" dirty="0">
                <a:solidFill>
                  <a:srgbClr val="687584"/>
                </a:solidFill>
                <a:latin typeface="Arial" panose="020B0604020202020204" pitchFamily="34" charset="0"/>
                <a:ea typeface="Arial" panose="020B0604020202020204" pitchFamily="34" charset="0"/>
                <a:cs typeface="Arial" panose="020B0604020202020204" pitchFamily="34" charset="0"/>
              </a:rPr>
              <a:t>A lightweight toolchain supports defect tracking, API checks, browser debugging, and automated E2E tests.</a:t>
            </a:r>
            <a:endParaRPr lang="en-US" sz="1300" dirty="0"/>
          </a:p>
        </p:txBody>
      </p:sp>
      <p:sp>
        <p:nvSpPr>
          <p:cNvPr id="5" name="Shape 3"/>
          <p:cNvSpPr/>
          <p:nvPr/>
        </p:nvSpPr>
        <p:spPr>
          <a:xfrm>
            <a:off x="713232" y="2039112"/>
            <a:ext cx="2432304" cy="1014984"/>
          </a:xfrm>
          <a:prstGeom prst="roundRect">
            <a:avLst>
              <a:gd name="adj" fmla="val 10811"/>
            </a:avLst>
          </a:prstGeom>
          <a:solidFill>
            <a:srgbClr val="FFFFFF"/>
          </a:solidFill>
          <a:ln w="12700">
            <a:solidFill>
              <a:srgbClr val="E1E6E9"/>
            </a:solidFill>
            <a:prstDash val="solid"/>
          </a:ln>
        </p:spPr>
      </p:sp>
      <p:sp>
        <p:nvSpPr>
          <p:cNvPr id="6" name="Shape 4"/>
          <p:cNvSpPr/>
          <p:nvPr/>
        </p:nvSpPr>
        <p:spPr>
          <a:xfrm>
            <a:off x="896112" y="2249424"/>
            <a:ext cx="475488" cy="475488"/>
          </a:xfrm>
          <a:prstGeom prst="ellipse">
            <a:avLst/>
          </a:prstGeom>
          <a:solidFill>
            <a:srgbClr val="FFE9DE"/>
          </a:solidFill>
          <a:ln w="12700">
            <a:solidFill>
              <a:srgbClr val="FFE9DE"/>
            </a:solidFill>
            <a:prstDash val="solid"/>
          </a:ln>
        </p:spPr>
      </p:sp>
      <p:pic>
        <p:nvPicPr>
          <p:cNvPr id="7" name="Image 0" descr="preencoded.png"/>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014984" y="2368296"/>
            <a:ext cx="237744" cy="237744"/>
          </a:xfrm>
          <a:prstGeom prst="rect">
            <a:avLst/>
          </a:prstGeom>
        </p:spPr>
      </p:pic>
      <p:sp>
        <p:nvSpPr>
          <p:cNvPr id="8" name="Text 5"/>
          <p:cNvSpPr/>
          <p:nvPr/>
        </p:nvSpPr>
        <p:spPr>
          <a:xfrm>
            <a:off x="1508760" y="2194560"/>
            <a:ext cx="1353312" cy="182880"/>
          </a:xfrm>
          <a:prstGeom prst="rect">
            <a:avLst/>
          </a:prstGeom>
          <a:noFill/>
        </p:spPr>
        <p:txBody>
          <a:bodyPr wrap="square" lIns="0" tIns="0" rIns="0" bIns="0" rtlCol="0" anchor="ctr"/>
          <a:lstStyle/>
          <a:p>
            <a:pPr marL="0" indent="0">
              <a:buNone/>
            </a:pPr>
            <a:r>
              <a:rPr lang="en-US" sz="950" b="1" kern="0" spc="70" dirty="0">
                <a:solidFill>
                  <a:srgbClr val="FF6B3D"/>
                </a:solidFill>
                <a:latin typeface="Arial" panose="020B0604020202020204" pitchFamily="34" charset="0"/>
                <a:ea typeface="Arial" panose="020B0604020202020204" pitchFamily="34" charset="0"/>
                <a:cs typeface="Arial" panose="020B0604020202020204" pitchFamily="34" charset="0"/>
              </a:rPr>
              <a:t>PLAN</a:t>
            </a:r>
            <a:endParaRPr lang="en-US" sz="950" dirty="0"/>
          </a:p>
        </p:txBody>
      </p:sp>
      <p:sp>
        <p:nvSpPr>
          <p:cNvPr id="9" name="Text 6"/>
          <p:cNvSpPr/>
          <p:nvPr/>
        </p:nvSpPr>
        <p:spPr>
          <a:xfrm>
            <a:off x="1508760" y="2487168"/>
            <a:ext cx="1426464" cy="274320"/>
          </a:xfrm>
          <a:prstGeom prst="rect">
            <a:avLst/>
          </a:prstGeom>
          <a:noFill/>
        </p:spPr>
        <p:txBody>
          <a:bodyPr wrap="square" lIns="0" tIns="0" rIns="0" bIns="0" rtlCol="0" anchor="ctr">
            <a:normAutofit/>
          </a:bodyPr>
          <a:lstStyle/>
          <a:p>
            <a:pPr marL="0" indent="0">
              <a:buNone/>
            </a:pPr>
            <a:r>
              <a:rPr lang="en-US" sz="920" b="1" dirty="0">
                <a:solidFill>
                  <a:srgbClr val="12212F"/>
                </a:solidFill>
                <a:latin typeface="Arial" panose="020B0604020202020204" pitchFamily="34" charset="0"/>
                <a:ea typeface="Arial" panose="020B0604020202020204" pitchFamily="34" charset="0"/>
                <a:cs typeface="Arial" panose="020B0604020202020204" pitchFamily="34" charset="0"/>
              </a:rPr>
              <a:t>Define scope &amp; target items</a:t>
            </a:r>
            <a:endParaRPr lang="en-US" sz="920" dirty="0"/>
          </a:p>
        </p:txBody>
      </p:sp>
      <p:sp>
        <p:nvSpPr>
          <p:cNvPr id="10" name="Shape 7"/>
          <p:cNvSpPr/>
          <p:nvPr/>
        </p:nvSpPr>
        <p:spPr>
          <a:xfrm>
            <a:off x="3145536" y="2551176"/>
            <a:ext cx="384048" cy="0"/>
          </a:xfrm>
          <a:prstGeom prst="line">
            <a:avLst/>
          </a:prstGeom>
          <a:noFill/>
          <a:ln w="20320">
            <a:solidFill>
              <a:srgbClr val="BFC9D0"/>
            </a:solidFill>
            <a:prstDash val="solid"/>
            <a:tailEnd type="triangle"/>
          </a:ln>
        </p:spPr>
      </p:sp>
      <p:sp>
        <p:nvSpPr>
          <p:cNvPr id="11" name="Shape 8"/>
          <p:cNvSpPr/>
          <p:nvPr/>
        </p:nvSpPr>
        <p:spPr>
          <a:xfrm>
            <a:off x="3529584" y="2039112"/>
            <a:ext cx="2432304" cy="1014984"/>
          </a:xfrm>
          <a:prstGeom prst="roundRect">
            <a:avLst>
              <a:gd name="adj" fmla="val 10811"/>
            </a:avLst>
          </a:prstGeom>
          <a:solidFill>
            <a:srgbClr val="FFFFFF"/>
          </a:solidFill>
          <a:ln w="12700">
            <a:solidFill>
              <a:srgbClr val="E1E6E9"/>
            </a:solidFill>
            <a:prstDash val="solid"/>
          </a:ln>
        </p:spPr>
      </p:sp>
      <p:sp>
        <p:nvSpPr>
          <p:cNvPr id="12" name="Shape 9"/>
          <p:cNvSpPr/>
          <p:nvPr/>
        </p:nvSpPr>
        <p:spPr>
          <a:xfrm>
            <a:off x="3712464" y="2249424"/>
            <a:ext cx="475488" cy="475488"/>
          </a:xfrm>
          <a:prstGeom prst="ellipse">
            <a:avLst/>
          </a:prstGeom>
          <a:solidFill>
            <a:srgbClr val="DDF5F1"/>
          </a:solidFill>
          <a:ln w="12700">
            <a:solidFill>
              <a:srgbClr val="DDF5F1"/>
            </a:solidFill>
            <a:prstDash val="solid"/>
          </a:ln>
        </p:spPr>
      </p:sp>
      <p:pic>
        <p:nvPicPr>
          <p:cNvPr id="13" name="Image 1"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3831336" y="2368296"/>
            <a:ext cx="237744" cy="237744"/>
          </a:xfrm>
          <a:prstGeom prst="rect">
            <a:avLst/>
          </a:prstGeom>
        </p:spPr>
      </p:pic>
      <p:sp>
        <p:nvSpPr>
          <p:cNvPr id="14" name="Text 10"/>
          <p:cNvSpPr/>
          <p:nvPr/>
        </p:nvSpPr>
        <p:spPr>
          <a:xfrm>
            <a:off x="4325112" y="2194560"/>
            <a:ext cx="1353312" cy="182880"/>
          </a:xfrm>
          <a:prstGeom prst="rect">
            <a:avLst/>
          </a:prstGeom>
          <a:noFill/>
        </p:spPr>
        <p:txBody>
          <a:bodyPr wrap="square" lIns="0" tIns="0" rIns="0" bIns="0" rtlCol="0" anchor="ctr"/>
          <a:lstStyle/>
          <a:p>
            <a:pPr marL="0" indent="0">
              <a:buNone/>
            </a:pPr>
            <a:r>
              <a:rPr lang="en-US" sz="950" b="1" kern="0" spc="70" dirty="0">
                <a:solidFill>
                  <a:srgbClr val="1BB5A8"/>
                </a:solidFill>
                <a:latin typeface="Arial" panose="020B0604020202020204" pitchFamily="34" charset="0"/>
                <a:ea typeface="Arial" panose="020B0604020202020204" pitchFamily="34" charset="0"/>
                <a:cs typeface="Arial" panose="020B0604020202020204" pitchFamily="34" charset="0"/>
              </a:rPr>
              <a:t>EXECUTE</a:t>
            </a:r>
            <a:endParaRPr lang="en-US" sz="950" dirty="0"/>
          </a:p>
        </p:txBody>
      </p:sp>
      <p:sp>
        <p:nvSpPr>
          <p:cNvPr id="15" name="Text 11"/>
          <p:cNvSpPr/>
          <p:nvPr/>
        </p:nvSpPr>
        <p:spPr>
          <a:xfrm>
            <a:off x="4325112" y="2487168"/>
            <a:ext cx="1426464" cy="274320"/>
          </a:xfrm>
          <a:prstGeom prst="rect">
            <a:avLst/>
          </a:prstGeom>
          <a:noFill/>
        </p:spPr>
        <p:txBody>
          <a:bodyPr wrap="square" lIns="0" tIns="0" rIns="0" bIns="0" rtlCol="0" anchor="ctr">
            <a:normAutofit/>
          </a:bodyPr>
          <a:lstStyle/>
          <a:p>
            <a:pPr marL="0" indent="0">
              <a:buNone/>
            </a:pPr>
            <a:r>
              <a:rPr lang="en-US" sz="920" b="1" dirty="0">
                <a:solidFill>
                  <a:srgbClr val="12212F"/>
                </a:solidFill>
                <a:latin typeface="Arial" panose="020B0604020202020204" pitchFamily="34" charset="0"/>
                <a:ea typeface="Arial" panose="020B0604020202020204" pitchFamily="34" charset="0"/>
                <a:cs typeface="Arial" panose="020B0604020202020204" pitchFamily="34" charset="0"/>
              </a:rPr>
              <a:t>Manual + API testing</a:t>
            </a:r>
            <a:endParaRPr lang="en-US" sz="920" dirty="0"/>
          </a:p>
        </p:txBody>
      </p:sp>
      <p:sp>
        <p:nvSpPr>
          <p:cNvPr id="16" name="Shape 12"/>
          <p:cNvSpPr/>
          <p:nvPr/>
        </p:nvSpPr>
        <p:spPr>
          <a:xfrm>
            <a:off x="5961888" y="2551176"/>
            <a:ext cx="384048" cy="0"/>
          </a:xfrm>
          <a:prstGeom prst="line">
            <a:avLst/>
          </a:prstGeom>
          <a:noFill/>
          <a:ln w="20320">
            <a:solidFill>
              <a:srgbClr val="BFC9D0"/>
            </a:solidFill>
            <a:prstDash val="solid"/>
            <a:tailEnd type="triangle"/>
          </a:ln>
        </p:spPr>
      </p:sp>
      <p:sp>
        <p:nvSpPr>
          <p:cNvPr id="17" name="Shape 13"/>
          <p:cNvSpPr/>
          <p:nvPr/>
        </p:nvSpPr>
        <p:spPr>
          <a:xfrm>
            <a:off x="6345936" y="2039112"/>
            <a:ext cx="2432304" cy="1014984"/>
          </a:xfrm>
          <a:prstGeom prst="roundRect">
            <a:avLst>
              <a:gd name="adj" fmla="val 10811"/>
            </a:avLst>
          </a:prstGeom>
          <a:solidFill>
            <a:srgbClr val="FFFFFF"/>
          </a:solidFill>
          <a:ln w="12700">
            <a:solidFill>
              <a:srgbClr val="E1E6E9"/>
            </a:solidFill>
            <a:prstDash val="solid"/>
          </a:ln>
        </p:spPr>
      </p:sp>
      <p:sp>
        <p:nvSpPr>
          <p:cNvPr id="18" name="Shape 14"/>
          <p:cNvSpPr/>
          <p:nvPr/>
        </p:nvSpPr>
        <p:spPr>
          <a:xfrm>
            <a:off x="6528816" y="2249424"/>
            <a:ext cx="475488" cy="475488"/>
          </a:xfrm>
          <a:prstGeom prst="ellipse">
            <a:avLst/>
          </a:prstGeom>
          <a:solidFill>
            <a:srgbClr val="E5F2FF"/>
          </a:solidFill>
          <a:ln w="12700">
            <a:solidFill>
              <a:srgbClr val="E5F2FF"/>
            </a:solidFill>
            <a:prstDash val="solid"/>
          </a:ln>
        </p:spPr>
      </p:sp>
      <p:pic>
        <p:nvPicPr>
          <p:cNvPr id="19" name="Image 2" descr="preencoded.png"/>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6647688" y="2368296"/>
            <a:ext cx="237744" cy="237744"/>
          </a:xfrm>
          <a:prstGeom prst="rect">
            <a:avLst/>
          </a:prstGeom>
        </p:spPr>
      </p:pic>
      <p:sp>
        <p:nvSpPr>
          <p:cNvPr id="20" name="Text 15"/>
          <p:cNvSpPr/>
          <p:nvPr/>
        </p:nvSpPr>
        <p:spPr>
          <a:xfrm>
            <a:off x="7141464" y="2194560"/>
            <a:ext cx="1353312" cy="182880"/>
          </a:xfrm>
          <a:prstGeom prst="rect">
            <a:avLst/>
          </a:prstGeom>
          <a:noFill/>
        </p:spPr>
        <p:txBody>
          <a:bodyPr wrap="square" lIns="0" tIns="0" rIns="0" bIns="0" rtlCol="0" anchor="ctr"/>
          <a:lstStyle/>
          <a:p>
            <a:pPr marL="0" indent="0">
              <a:buNone/>
            </a:pPr>
            <a:r>
              <a:rPr lang="en-US" sz="950" b="1" kern="0" spc="70" dirty="0">
                <a:solidFill>
                  <a:srgbClr val="62B4FF"/>
                </a:solidFill>
                <a:latin typeface="Arial" panose="020B0604020202020204" pitchFamily="34" charset="0"/>
                <a:ea typeface="Arial" panose="020B0604020202020204" pitchFamily="34" charset="0"/>
                <a:cs typeface="Arial" panose="020B0604020202020204" pitchFamily="34" charset="0"/>
              </a:rPr>
              <a:t>AUTOMATE</a:t>
            </a:r>
            <a:endParaRPr lang="en-US" sz="950" dirty="0"/>
          </a:p>
        </p:txBody>
      </p:sp>
      <p:sp>
        <p:nvSpPr>
          <p:cNvPr id="21" name="Text 16"/>
          <p:cNvSpPr/>
          <p:nvPr/>
        </p:nvSpPr>
        <p:spPr>
          <a:xfrm>
            <a:off x="7141464" y="2487168"/>
            <a:ext cx="1426464" cy="274320"/>
          </a:xfrm>
          <a:prstGeom prst="rect">
            <a:avLst/>
          </a:prstGeom>
          <a:noFill/>
        </p:spPr>
        <p:txBody>
          <a:bodyPr wrap="square" lIns="0" tIns="0" rIns="0" bIns="0" rtlCol="0" anchor="ctr">
            <a:normAutofit/>
          </a:bodyPr>
          <a:lstStyle/>
          <a:p>
            <a:pPr marL="0" indent="0">
              <a:buNone/>
            </a:pPr>
            <a:r>
              <a:rPr lang="en-US" sz="920" b="1" dirty="0">
                <a:solidFill>
                  <a:srgbClr val="12212F"/>
                </a:solidFill>
                <a:latin typeface="Arial" panose="020B0604020202020204" pitchFamily="34" charset="0"/>
                <a:ea typeface="Arial" panose="020B0604020202020204" pitchFamily="34" charset="0"/>
                <a:cs typeface="Arial" panose="020B0604020202020204" pitchFamily="34" charset="0"/>
              </a:rPr>
              <a:t>Browser E2E flows</a:t>
            </a:r>
            <a:endParaRPr lang="en-US" sz="920" dirty="0"/>
          </a:p>
        </p:txBody>
      </p:sp>
      <p:sp>
        <p:nvSpPr>
          <p:cNvPr id="22" name="Shape 17"/>
          <p:cNvSpPr/>
          <p:nvPr/>
        </p:nvSpPr>
        <p:spPr>
          <a:xfrm>
            <a:off x="8778240" y="2551176"/>
            <a:ext cx="384048" cy="0"/>
          </a:xfrm>
          <a:prstGeom prst="line">
            <a:avLst/>
          </a:prstGeom>
          <a:noFill/>
          <a:ln w="20320">
            <a:solidFill>
              <a:srgbClr val="BFC9D0"/>
            </a:solidFill>
            <a:prstDash val="solid"/>
            <a:tailEnd type="triangle"/>
          </a:ln>
        </p:spPr>
      </p:sp>
      <p:sp>
        <p:nvSpPr>
          <p:cNvPr id="23" name="Shape 18"/>
          <p:cNvSpPr/>
          <p:nvPr/>
        </p:nvSpPr>
        <p:spPr>
          <a:xfrm>
            <a:off x="9162288" y="2039112"/>
            <a:ext cx="2432304" cy="1014984"/>
          </a:xfrm>
          <a:prstGeom prst="roundRect">
            <a:avLst>
              <a:gd name="adj" fmla="val 10811"/>
            </a:avLst>
          </a:prstGeom>
          <a:solidFill>
            <a:srgbClr val="FFFFFF"/>
          </a:solidFill>
          <a:ln w="12700">
            <a:solidFill>
              <a:srgbClr val="E1E6E9"/>
            </a:solidFill>
            <a:prstDash val="solid"/>
          </a:ln>
        </p:spPr>
      </p:sp>
      <p:sp>
        <p:nvSpPr>
          <p:cNvPr id="24" name="Shape 19"/>
          <p:cNvSpPr/>
          <p:nvPr/>
        </p:nvSpPr>
        <p:spPr>
          <a:xfrm>
            <a:off x="9345168" y="2249424"/>
            <a:ext cx="475488" cy="475488"/>
          </a:xfrm>
          <a:prstGeom prst="ellipse">
            <a:avLst/>
          </a:prstGeom>
          <a:solidFill>
            <a:srgbClr val="FFF3CD"/>
          </a:solidFill>
          <a:ln w="12700">
            <a:solidFill>
              <a:srgbClr val="FFF3CD"/>
            </a:solidFill>
            <a:prstDash val="solid"/>
          </a:ln>
        </p:spPr>
      </p:sp>
      <p:pic>
        <p:nvPicPr>
          <p:cNvPr id="25" name="Image 3" descr="preencoded.png"/>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9464040" y="2368296"/>
            <a:ext cx="237744" cy="237744"/>
          </a:xfrm>
          <a:prstGeom prst="rect">
            <a:avLst/>
          </a:prstGeom>
        </p:spPr>
      </p:pic>
      <p:sp>
        <p:nvSpPr>
          <p:cNvPr id="26" name="Text 20"/>
          <p:cNvSpPr/>
          <p:nvPr/>
        </p:nvSpPr>
        <p:spPr>
          <a:xfrm>
            <a:off x="9957816" y="2194560"/>
            <a:ext cx="1353312" cy="182880"/>
          </a:xfrm>
          <a:prstGeom prst="rect">
            <a:avLst/>
          </a:prstGeom>
          <a:noFill/>
        </p:spPr>
        <p:txBody>
          <a:bodyPr wrap="square" lIns="0" tIns="0" rIns="0" bIns="0" rtlCol="0" anchor="ctr"/>
          <a:lstStyle/>
          <a:p>
            <a:pPr marL="0" indent="0">
              <a:buNone/>
            </a:pPr>
            <a:r>
              <a:rPr lang="en-US" sz="950" b="1" kern="0" spc="70" dirty="0">
                <a:solidFill>
                  <a:srgbClr val="F1C75B"/>
                </a:solidFill>
                <a:latin typeface="Arial" panose="020B0604020202020204" pitchFamily="34" charset="0"/>
                <a:ea typeface="Arial" panose="020B0604020202020204" pitchFamily="34" charset="0"/>
                <a:cs typeface="Arial" panose="020B0604020202020204" pitchFamily="34" charset="0"/>
              </a:rPr>
              <a:t>RECORD</a:t>
            </a:r>
            <a:endParaRPr lang="en-US" sz="950" dirty="0"/>
          </a:p>
        </p:txBody>
      </p:sp>
      <p:sp>
        <p:nvSpPr>
          <p:cNvPr id="27" name="Text 21"/>
          <p:cNvSpPr/>
          <p:nvPr/>
        </p:nvSpPr>
        <p:spPr>
          <a:xfrm>
            <a:off x="9957816" y="2487168"/>
            <a:ext cx="1426464" cy="274320"/>
          </a:xfrm>
          <a:prstGeom prst="rect">
            <a:avLst/>
          </a:prstGeom>
          <a:noFill/>
        </p:spPr>
        <p:txBody>
          <a:bodyPr wrap="square" lIns="0" tIns="0" rIns="0" bIns="0" rtlCol="0" anchor="ctr">
            <a:normAutofit/>
          </a:bodyPr>
          <a:lstStyle/>
          <a:p>
            <a:pPr marL="0" indent="0">
              <a:buNone/>
            </a:pPr>
            <a:r>
              <a:rPr lang="en-US" sz="920" b="1" dirty="0">
                <a:solidFill>
                  <a:srgbClr val="12212F"/>
                </a:solidFill>
                <a:latin typeface="Arial" panose="020B0604020202020204" pitchFamily="34" charset="0"/>
                <a:ea typeface="Arial" panose="020B0604020202020204" pitchFamily="34" charset="0"/>
                <a:cs typeface="Arial" panose="020B0604020202020204" pitchFamily="34" charset="0"/>
              </a:rPr>
              <a:t>Pass / Fail + defects</a:t>
            </a:r>
            <a:endParaRPr lang="en-US" sz="920" dirty="0"/>
          </a:p>
        </p:txBody>
      </p:sp>
      <p:sp>
        <p:nvSpPr>
          <p:cNvPr id="28" name="Text 22"/>
          <p:cNvSpPr/>
          <p:nvPr/>
        </p:nvSpPr>
        <p:spPr>
          <a:xfrm>
            <a:off x="713232" y="3575304"/>
            <a:ext cx="1371600" cy="182880"/>
          </a:xfrm>
          <a:prstGeom prst="rect">
            <a:avLst/>
          </a:prstGeom>
          <a:noFill/>
        </p:spPr>
        <p:txBody>
          <a:bodyPr wrap="square" lIns="0" tIns="0" rIns="0" bIns="0" rtlCol="0" anchor="ctr"/>
          <a:lstStyle/>
          <a:p>
            <a:pPr marL="0" indent="0">
              <a:buNone/>
            </a:pPr>
            <a:r>
              <a:rPr lang="en-US" sz="950" b="1" kern="0" spc="80" dirty="0">
                <a:solidFill>
                  <a:srgbClr val="687584"/>
                </a:solidFill>
                <a:latin typeface="Arial" panose="020B0604020202020204" pitchFamily="34" charset="0"/>
                <a:ea typeface="Arial" panose="020B0604020202020204" pitchFamily="34" charset="0"/>
                <a:cs typeface="Arial" panose="020B0604020202020204" pitchFamily="34" charset="0"/>
              </a:rPr>
              <a:t>TOOLS USED</a:t>
            </a:r>
            <a:endParaRPr lang="en-US" sz="950" dirty="0"/>
          </a:p>
        </p:txBody>
      </p:sp>
      <p:sp>
        <p:nvSpPr>
          <p:cNvPr id="29" name="Shape 23"/>
          <p:cNvSpPr/>
          <p:nvPr/>
        </p:nvSpPr>
        <p:spPr>
          <a:xfrm>
            <a:off x="713232" y="3950208"/>
            <a:ext cx="5093208" cy="768096"/>
          </a:xfrm>
          <a:prstGeom prst="roundRect">
            <a:avLst>
              <a:gd name="adj" fmla="val 11905"/>
            </a:avLst>
          </a:prstGeom>
          <a:solidFill>
            <a:srgbClr val="FFFFFF"/>
          </a:solidFill>
          <a:ln w="12700">
            <a:solidFill>
              <a:srgbClr val="E1E6E9"/>
            </a:solidFill>
            <a:prstDash val="solid"/>
          </a:ln>
        </p:spPr>
      </p:sp>
      <p:sp>
        <p:nvSpPr>
          <p:cNvPr id="30" name="Shape 24"/>
          <p:cNvSpPr/>
          <p:nvPr/>
        </p:nvSpPr>
        <p:spPr>
          <a:xfrm>
            <a:off x="896112" y="4096512"/>
            <a:ext cx="475488" cy="475488"/>
          </a:xfrm>
          <a:prstGeom prst="ellipse">
            <a:avLst/>
          </a:prstGeom>
          <a:solidFill>
            <a:srgbClr val="FFE9DE"/>
          </a:solidFill>
          <a:ln w="12700">
            <a:solidFill>
              <a:srgbClr val="FFE9DE"/>
            </a:solidFill>
            <a:prstDash val="solid"/>
          </a:ln>
        </p:spPr>
      </p:sp>
      <p:pic>
        <p:nvPicPr>
          <p:cNvPr id="31" name="Image 4" descr="preencoded.png"/>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1014984" y="4215384"/>
            <a:ext cx="237744" cy="237744"/>
          </a:xfrm>
          <a:prstGeom prst="rect">
            <a:avLst/>
          </a:prstGeom>
        </p:spPr>
      </p:pic>
      <p:sp>
        <p:nvSpPr>
          <p:cNvPr id="32" name="Text 25"/>
          <p:cNvSpPr/>
          <p:nvPr/>
        </p:nvSpPr>
        <p:spPr>
          <a:xfrm>
            <a:off x="1517904" y="4087368"/>
            <a:ext cx="2011680" cy="182880"/>
          </a:xfrm>
          <a:prstGeom prst="rect">
            <a:avLst/>
          </a:prstGeom>
          <a:noFill/>
        </p:spPr>
        <p:txBody>
          <a:bodyPr wrap="square" lIns="0" tIns="0" rIns="0" bIns="0" rtlCol="0" anchor="ctr"/>
          <a:lstStyle/>
          <a:p>
            <a:pPr marL="0" indent="0">
              <a:buNone/>
            </a:pPr>
            <a:r>
              <a:rPr lang="en-US" sz="880" b="1" dirty="0">
                <a:solidFill>
                  <a:srgbClr val="FF6B3D"/>
                </a:solidFill>
                <a:latin typeface="Arial" panose="020B0604020202020204" pitchFamily="34" charset="0"/>
                <a:ea typeface="Arial" panose="020B0604020202020204" pitchFamily="34" charset="0"/>
                <a:cs typeface="Arial" panose="020B0604020202020204" pitchFamily="34" charset="0"/>
              </a:rPr>
              <a:t>Defect tracking / evidence</a:t>
            </a:r>
            <a:endParaRPr lang="en-US" sz="880" dirty="0"/>
          </a:p>
        </p:txBody>
      </p:sp>
      <p:sp>
        <p:nvSpPr>
          <p:cNvPr id="33" name="Text 26"/>
          <p:cNvSpPr/>
          <p:nvPr/>
        </p:nvSpPr>
        <p:spPr>
          <a:xfrm>
            <a:off x="1517904" y="4343400"/>
            <a:ext cx="3840480" cy="201168"/>
          </a:xfrm>
          <a:prstGeom prst="rect">
            <a:avLst/>
          </a:prstGeom>
          <a:noFill/>
        </p:spPr>
        <p:txBody>
          <a:bodyPr wrap="square" lIns="0" tIns="0" rIns="0" bIns="0" rtlCol="0" anchor="ctr"/>
          <a:lstStyle/>
          <a:p>
            <a:pPr marL="0" indent="0">
              <a:buNone/>
            </a:pPr>
            <a:r>
              <a:rPr lang="en-US" sz="1120" b="1" dirty="0">
                <a:solidFill>
                  <a:srgbClr val="12212F"/>
                </a:solidFill>
                <a:latin typeface="Arial" panose="020B0604020202020204" pitchFamily="34" charset="0"/>
                <a:ea typeface="Arial" panose="020B0604020202020204" pitchFamily="34" charset="0"/>
                <a:cs typeface="Arial" panose="020B0604020202020204" pitchFamily="34" charset="0"/>
              </a:rPr>
              <a:t>Microsoft Excel / WPS Office</a:t>
            </a:r>
            <a:endParaRPr lang="en-US" sz="1120" dirty="0"/>
          </a:p>
        </p:txBody>
      </p:sp>
      <p:sp>
        <p:nvSpPr>
          <p:cNvPr id="34" name="Shape 27"/>
          <p:cNvSpPr/>
          <p:nvPr/>
        </p:nvSpPr>
        <p:spPr>
          <a:xfrm>
            <a:off x="6172200" y="3950208"/>
            <a:ext cx="5093208" cy="768096"/>
          </a:xfrm>
          <a:prstGeom prst="roundRect">
            <a:avLst>
              <a:gd name="adj" fmla="val 11905"/>
            </a:avLst>
          </a:prstGeom>
          <a:solidFill>
            <a:srgbClr val="FFFFFF"/>
          </a:solidFill>
          <a:ln w="12700">
            <a:solidFill>
              <a:srgbClr val="E1E6E9"/>
            </a:solidFill>
            <a:prstDash val="solid"/>
          </a:ln>
        </p:spPr>
      </p:sp>
      <p:sp>
        <p:nvSpPr>
          <p:cNvPr id="35" name="Shape 28"/>
          <p:cNvSpPr/>
          <p:nvPr/>
        </p:nvSpPr>
        <p:spPr>
          <a:xfrm>
            <a:off x="6355080" y="4096512"/>
            <a:ext cx="475488" cy="475488"/>
          </a:xfrm>
          <a:prstGeom prst="ellipse">
            <a:avLst/>
          </a:prstGeom>
          <a:solidFill>
            <a:srgbClr val="DDF5F1"/>
          </a:solidFill>
          <a:ln w="12700">
            <a:solidFill>
              <a:srgbClr val="DDF5F1"/>
            </a:solidFill>
            <a:prstDash val="solid"/>
          </a:ln>
        </p:spPr>
      </p:sp>
      <p:pic>
        <p:nvPicPr>
          <p:cNvPr id="36" name="Image 5" descr="preencoded.png"/>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6473952" y="4215384"/>
            <a:ext cx="237744" cy="237744"/>
          </a:xfrm>
          <a:prstGeom prst="rect">
            <a:avLst/>
          </a:prstGeom>
        </p:spPr>
      </p:pic>
      <p:sp>
        <p:nvSpPr>
          <p:cNvPr id="37" name="Text 29"/>
          <p:cNvSpPr/>
          <p:nvPr/>
        </p:nvSpPr>
        <p:spPr>
          <a:xfrm>
            <a:off x="6976872" y="4087368"/>
            <a:ext cx="2011680" cy="182880"/>
          </a:xfrm>
          <a:prstGeom prst="rect">
            <a:avLst/>
          </a:prstGeom>
          <a:noFill/>
        </p:spPr>
        <p:txBody>
          <a:bodyPr wrap="square" lIns="0" tIns="0" rIns="0" bIns="0" rtlCol="0" anchor="ctr"/>
          <a:lstStyle/>
          <a:p>
            <a:pPr marL="0" indent="0">
              <a:buNone/>
            </a:pPr>
            <a:r>
              <a:rPr lang="en-US" sz="880" b="1" dirty="0">
                <a:solidFill>
                  <a:srgbClr val="1BB5A8"/>
                </a:solidFill>
                <a:latin typeface="Arial" panose="020B0604020202020204" pitchFamily="34" charset="0"/>
                <a:ea typeface="Arial" panose="020B0604020202020204" pitchFamily="34" charset="0"/>
                <a:cs typeface="Arial" panose="020B0604020202020204" pitchFamily="34" charset="0"/>
              </a:rPr>
              <a:t>API testing</a:t>
            </a:r>
            <a:endParaRPr lang="en-US" sz="880" dirty="0"/>
          </a:p>
        </p:txBody>
      </p:sp>
      <p:sp>
        <p:nvSpPr>
          <p:cNvPr id="38" name="Text 30"/>
          <p:cNvSpPr/>
          <p:nvPr/>
        </p:nvSpPr>
        <p:spPr>
          <a:xfrm>
            <a:off x="6976872" y="4343400"/>
            <a:ext cx="3840480" cy="201168"/>
          </a:xfrm>
          <a:prstGeom prst="rect">
            <a:avLst/>
          </a:prstGeom>
          <a:noFill/>
        </p:spPr>
        <p:txBody>
          <a:bodyPr wrap="square" lIns="0" tIns="0" rIns="0" bIns="0" rtlCol="0" anchor="ctr"/>
          <a:lstStyle/>
          <a:p>
            <a:pPr marL="0" indent="0">
              <a:buNone/>
            </a:pPr>
            <a:r>
              <a:rPr lang="en-US" sz="1120" b="1" dirty="0">
                <a:solidFill>
                  <a:srgbClr val="12212F"/>
                </a:solidFill>
                <a:latin typeface="Arial" panose="020B0604020202020204" pitchFamily="34" charset="0"/>
                <a:ea typeface="Arial" panose="020B0604020202020204" pitchFamily="34" charset="0"/>
                <a:cs typeface="Arial" panose="020B0604020202020204" pitchFamily="34" charset="0"/>
              </a:rPr>
              <a:t>Postman 11.x</a:t>
            </a:r>
            <a:endParaRPr lang="en-US" sz="1120" dirty="0"/>
          </a:p>
        </p:txBody>
      </p:sp>
      <p:sp>
        <p:nvSpPr>
          <p:cNvPr id="39" name="Shape 31"/>
          <p:cNvSpPr/>
          <p:nvPr/>
        </p:nvSpPr>
        <p:spPr>
          <a:xfrm>
            <a:off x="713232" y="4956048"/>
            <a:ext cx="5093208" cy="768096"/>
          </a:xfrm>
          <a:prstGeom prst="roundRect">
            <a:avLst>
              <a:gd name="adj" fmla="val 11905"/>
            </a:avLst>
          </a:prstGeom>
          <a:solidFill>
            <a:srgbClr val="FFFFFF"/>
          </a:solidFill>
          <a:ln w="12700">
            <a:solidFill>
              <a:srgbClr val="E1E6E9"/>
            </a:solidFill>
            <a:prstDash val="solid"/>
          </a:ln>
        </p:spPr>
      </p:sp>
      <p:sp>
        <p:nvSpPr>
          <p:cNvPr id="40" name="Shape 32"/>
          <p:cNvSpPr/>
          <p:nvPr/>
        </p:nvSpPr>
        <p:spPr>
          <a:xfrm>
            <a:off x="896112" y="5102352"/>
            <a:ext cx="475488" cy="475488"/>
          </a:xfrm>
          <a:prstGeom prst="ellipse">
            <a:avLst/>
          </a:prstGeom>
          <a:solidFill>
            <a:srgbClr val="E5F2FF"/>
          </a:solidFill>
          <a:ln w="12700">
            <a:solidFill>
              <a:srgbClr val="E5F2FF"/>
            </a:solidFill>
            <a:prstDash val="solid"/>
          </a:ln>
        </p:spPr>
      </p:sp>
      <p:pic>
        <p:nvPicPr>
          <p:cNvPr id="41" name="Image 6" descr="preencoded.png"/>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014984" y="5221224"/>
            <a:ext cx="237744" cy="237744"/>
          </a:xfrm>
          <a:prstGeom prst="rect">
            <a:avLst/>
          </a:prstGeom>
        </p:spPr>
      </p:pic>
      <p:sp>
        <p:nvSpPr>
          <p:cNvPr id="42" name="Text 33"/>
          <p:cNvSpPr/>
          <p:nvPr/>
        </p:nvSpPr>
        <p:spPr>
          <a:xfrm>
            <a:off x="1517904" y="5093208"/>
            <a:ext cx="2011680" cy="182880"/>
          </a:xfrm>
          <a:prstGeom prst="rect">
            <a:avLst/>
          </a:prstGeom>
          <a:noFill/>
        </p:spPr>
        <p:txBody>
          <a:bodyPr wrap="square" lIns="0" tIns="0" rIns="0" bIns="0" rtlCol="0" anchor="ctr"/>
          <a:lstStyle/>
          <a:p>
            <a:pPr marL="0" indent="0">
              <a:buNone/>
            </a:pPr>
            <a:r>
              <a:rPr lang="en-US" sz="880" b="1" dirty="0">
                <a:solidFill>
                  <a:srgbClr val="62B4FF"/>
                </a:solidFill>
                <a:latin typeface="Arial" panose="020B0604020202020204" pitchFamily="34" charset="0"/>
                <a:ea typeface="Arial" panose="020B0604020202020204" pitchFamily="34" charset="0"/>
                <a:cs typeface="Arial" panose="020B0604020202020204" pitchFamily="34" charset="0"/>
              </a:rPr>
              <a:t>Automated E2E testing</a:t>
            </a:r>
            <a:endParaRPr lang="en-US" sz="880" dirty="0"/>
          </a:p>
        </p:txBody>
      </p:sp>
      <p:sp>
        <p:nvSpPr>
          <p:cNvPr id="43" name="Text 34"/>
          <p:cNvSpPr/>
          <p:nvPr/>
        </p:nvSpPr>
        <p:spPr>
          <a:xfrm>
            <a:off x="1517904" y="5349240"/>
            <a:ext cx="3840480" cy="201168"/>
          </a:xfrm>
          <a:prstGeom prst="rect">
            <a:avLst/>
          </a:prstGeom>
          <a:noFill/>
        </p:spPr>
        <p:txBody>
          <a:bodyPr wrap="square" lIns="0" tIns="0" rIns="0" bIns="0" rtlCol="0" anchor="ctr"/>
          <a:lstStyle/>
          <a:p>
            <a:pPr marL="0" indent="0">
              <a:buNone/>
            </a:pPr>
            <a:r>
              <a:rPr lang="en-US" sz="1120" b="1" dirty="0">
                <a:solidFill>
                  <a:srgbClr val="12212F"/>
                </a:solidFill>
                <a:latin typeface="Arial" panose="020B0604020202020204" pitchFamily="34" charset="0"/>
                <a:ea typeface="Arial" panose="020B0604020202020204" pitchFamily="34" charset="0"/>
                <a:cs typeface="Arial" panose="020B0604020202020204" pitchFamily="34" charset="0"/>
              </a:rPr>
              <a:t>Selenium WebDriver + pytest</a:t>
            </a:r>
            <a:endParaRPr lang="en-US" sz="1120" dirty="0"/>
          </a:p>
        </p:txBody>
      </p:sp>
      <p:sp>
        <p:nvSpPr>
          <p:cNvPr id="44" name="Shape 35"/>
          <p:cNvSpPr/>
          <p:nvPr/>
        </p:nvSpPr>
        <p:spPr>
          <a:xfrm>
            <a:off x="6172200" y="4956048"/>
            <a:ext cx="5093208" cy="768096"/>
          </a:xfrm>
          <a:prstGeom prst="roundRect">
            <a:avLst>
              <a:gd name="adj" fmla="val 11905"/>
            </a:avLst>
          </a:prstGeom>
          <a:solidFill>
            <a:srgbClr val="FFFFFF"/>
          </a:solidFill>
          <a:ln w="12700">
            <a:solidFill>
              <a:srgbClr val="E1E6E9"/>
            </a:solidFill>
            <a:prstDash val="solid"/>
          </a:ln>
        </p:spPr>
      </p:sp>
      <p:sp>
        <p:nvSpPr>
          <p:cNvPr id="45" name="Shape 36"/>
          <p:cNvSpPr/>
          <p:nvPr/>
        </p:nvSpPr>
        <p:spPr>
          <a:xfrm>
            <a:off x="6355080" y="5102352"/>
            <a:ext cx="475488" cy="475488"/>
          </a:xfrm>
          <a:prstGeom prst="ellipse">
            <a:avLst/>
          </a:prstGeom>
          <a:solidFill>
            <a:srgbClr val="FFF3CD"/>
          </a:solidFill>
          <a:ln w="12700">
            <a:solidFill>
              <a:srgbClr val="FFF3CD"/>
            </a:solidFill>
            <a:prstDash val="solid"/>
          </a:ln>
        </p:spPr>
      </p:sp>
      <p:pic>
        <p:nvPicPr>
          <p:cNvPr id="46" name="Image 7" descr="preencoded.png"/>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6473952" y="5221224"/>
            <a:ext cx="237744" cy="237744"/>
          </a:xfrm>
          <a:prstGeom prst="rect">
            <a:avLst/>
          </a:prstGeom>
        </p:spPr>
      </p:pic>
      <p:sp>
        <p:nvSpPr>
          <p:cNvPr id="47" name="Text 37"/>
          <p:cNvSpPr/>
          <p:nvPr/>
        </p:nvSpPr>
        <p:spPr>
          <a:xfrm>
            <a:off x="6976872" y="5093208"/>
            <a:ext cx="2011680" cy="182880"/>
          </a:xfrm>
          <a:prstGeom prst="rect">
            <a:avLst/>
          </a:prstGeom>
          <a:noFill/>
        </p:spPr>
        <p:txBody>
          <a:bodyPr wrap="square" lIns="0" tIns="0" rIns="0" bIns="0" rtlCol="0" anchor="ctr"/>
          <a:lstStyle/>
          <a:p>
            <a:pPr marL="0" indent="0">
              <a:buNone/>
            </a:pPr>
            <a:r>
              <a:rPr lang="en-US" sz="880" b="1" dirty="0">
                <a:solidFill>
                  <a:srgbClr val="F1C75B"/>
                </a:solidFill>
                <a:latin typeface="Arial" panose="020B0604020202020204" pitchFamily="34" charset="0"/>
                <a:ea typeface="Arial" panose="020B0604020202020204" pitchFamily="34" charset="0"/>
                <a:cs typeface="Arial" panose="020B0604020202020204" pitchFamily="34" charset="0"/>
              </a:rPr>
              <a:t>Browser debugging</a:t>
            </a:r>
            <a:endParaRPr lang="en-US" sz="880" dirty="0"/>
          </a:p>
        </p:txBody>
      </p:sp>
      <p:sp>
        <p:nvSpPr>
          <p:cNvPr id="48" name="Text 38"/>
          <p:cNvSpPr/>
          <p:nvPr/>
        </p:nvSpPr>
        <p:spPr>
          <a:xfrm>
            <a:off x="6976872" y="5349240"/>
            <a:ext cx="3840480" cy="201168"/>
          </a:xfrm>
          <a:prstGeom prst="rect">
            <a:avLst/>
          </a:prstGeom>
          <a:noFill/>
        </p:spPr>
        <p:txBody>
          <a:bodyPr wrap="square" lIns="0" tIns="0" rIns="0" bIns="0" rtlCol="0" anchor="ctr"/>
          <a:lstStyle/>
          <a:p>
            <a:pPr marL="0" indent="0">
              <a:buNone/>
            </a:pPr>
            <a:r>
              <a:rPr lang="en-US" sz="1120" b="1" dirty="0">
                <a:solidFill>
                  <a:srgbClr val="12212F"/>
                </a:solidFill>
                <a:latin typeface="Arial" panose="020B0604020202020204" pitchFamily="34" charset="0"/>
                <a:ea typeface="Arial" panose="020B0604020202020204" pitchFamily="34" charset="0"/>
                <a:cs typeface="Arial" panose="020B0604020202020204" pitchFamily="34" charset="0"/>
              </a:rPr>
              <a:t>Chrome DevTools</a:t>
            </a:r>
            <a:endParaRPr lang="en-US" sz="1120" dirty="0"/>
          </a:p>
        </p:txBody>
      </p:sp>
      <p:sp>
        <p:nvSpPr>
          <p:cNvPr id="49" name="Text 39"/>
          <p:cNvSpPr/>
          <p:nvPr/>
        </p:nvSpPr>
        <p:spPr>
          <a:xfrm>
            <a:off x="7498080" y="6419088"/>
            <a:ext cx="3657600" cy="164592"/>
          </a:xfrm>
          <a:prstGeom prst="rect">
            <a:avLst/>
          </a:prstGeom>
          <a:noFill/>
        </p:spPr>
        <p:txBody>
          <a:bodyPr wrap="square" lIns="0" tIns="0" rIns="0" bIns="0" rtlCol="0" anchor="ctr"/>
          <a:lstStyle/>
          <a:p>
            <a:pPr marL="0" indent="0" algn="r">
              <a:buNone/>
            </a:pPr>
            <a:r>
              <a:rPr lang="en-US" sz="720" dirty="0">
                <a:solidFill>
                  <a:srgbClr val="82909D"/>
                </a:solidFill>
                <a:latin typeface="Arial" panose="020B0604020202020204" pitchFamily="34" charset="0"/>
                <a:ea typeface="Arial" panose="020B0604020202020204" pitchFamily="34" charset="0"/>
                <a:cs typeface="Arial" panose="020B0604020202020204" pitchFamily="34" charset="0"/>
              </a:rPr>
              <a:t>Source: Test Plan v1.1</a:t>
            </a:r>
            <a:endParaRPr lang="en-US" sz="720" dirty="0"/>
          </a:p>
        </p:txBody>
      </p:sp>
      <p:sp>
        <p:nvSpPr>
          <p:cNvPr id="50" name="Slide Number Placeholder 0"/>
          <p:cNvSpPr>
            <a:spLocks noGrp="1"/>
          </p:cNvSpPr>
          <p:nvPr>
            <p:ph type="sldNum" sz="quarter" idx="4294967295"/>
          </p:nvPr>
        </p:nvSpPr>
        <p:spPr>
          <a:xfrm>
            <a:off x="11384280" y="6409944"/>
            <a:ext cx="347472" cy="164592"/>
          </a:xfrm>
          <a:prstGeom prst="rect">
            <a:avLst/>
          </a:prstGeom>
        </p:spPr>
        <p:txBody>
          <a:bodyPr lIns="0" tIns="0" rIns="0" bIns="0"/>
          <a:lstStyle>
            <a:lvl1pPr>
              <a:defRPr sz="750">
                <a:solidFill>
                  <a:srgbClr val="687584"/>
                </a:solidFill>
                <a:latin typeface="Noto Sans"/>
                <a:ea typeface="Noto Sans"/>
                <a:cs typeface="Noto Sans"/>
              </a:defRPr>
            </a:lvl1pPr>
          </a:lstStyle>
          <a:p>
            <a:pPr algn="r"/>
            <a:fld id="{F7021451-1387-4CA6-816F-3879F97B5CBC}" type="slidenum">
              <a:rPr lang="en-US" b="0"/>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66928" y="411480"/>
            <a:ext cx="3931920" cy="201168"/>
          </a:xfrm>
          <a:prstGeom prst="rect">
            <a:avLst/>
          </a:prstGeom>
          <a:noFill/>
        </p:spPr>
        <p:txBody>
          <a:bodyPr wrap="square" lIns="0" tIns="0" rIns="0" bIns="0" rtlCol="0" anchor="ctr"/>
          <a:lstStyle/>
          <a:p>
            <a:pPr marL="0" indent="0">
              <a:buNone/>
            </a:pPr>
            <a:r>
              <a:rPr lang="en-US" sz="1000" b="1" kern="0" spc="110" dirty="0">
                <a:solidFill>
                  <a:srgbClr val="FF6B3D"/>
                </a:solidFill>
                <a:latin typeface="Arial" panose="020B0604020202020204" pitchFamily="34" charset="0"/>
                <a:ea typeface="Arial" panose="020B0604020202020204" pitchFamily="34" charset="0"/>
                <a:cs typeface="Arial" panose="020B0604020202020204" pitchFamily="34" charset="0"/>
              </a:rPr>
              <a:t>SOFTWARE TESTING</a:t>
            </a:r>
            <a:endParaRPr lang="en-US" sz="1000" dirty="0"/>
          </a:p>
        </p:txBody>
      </p:sp>
      <p:sp>
        <p:nvSpPr>
          <p:cNvPr id="3" name="Text 1"/>
          <p:cNvSpPr/>
          <p:nvPr/>
        </p:nvSpPr>
        <p:spPr>
          <a:xfrm>
            <a:off x="566928" y="713232"/>
            <a:ext cx="10835640" cy="548640"/>
          </a:xfrm>
          <a:prstGeom prst="rect">
            <a:avLst/>
          </a:prstGeom>
          <a:noFill/>
        </p:spPr>
        <p:txBody>
          <a:bodyPr wrap="square" lIns="0" tIns="0" rIns="0" bIns="0" rtlCol="0" anchor="ctr"/>
          <a:lstStyle/>
          <a:p>
            <a:pPr marL="0" indent="0">
              <a:buNone/>
            </a:pPr>
            <a:r>
              <a:rPr lang="en-US" sz="2700" b="1" dirty="0">
                <a:solidFill>
                  <a:srgbClr val="12212F"/>
                </a:solidFill>
                <a:latin typeface="Arial" panose="020B0604020202020204" pitchFamily="34" charset="0"/>
                <a:ea typeface="Arial" panose="020B0604020202020204" pitchFamily="34" charset="0"/>
                <a:cs typeface="Arial" panose="020B0604020202020204" pitchFamily="34" charset="0"/>
              </a:rPr>
              <a:t>Manual Testing &amp; Test Results</a:t>
            </a:r>
            <a:endParaRPr lang="en-US" sz="2700" dirty="0"/>
          </a:p>
        </p:txBody>
      </p:sp>
      <p:sp>
        <p:nvSpPr>
          <p:cNvPr id="4" name="Text 2"/>
          <p:cNvSpPr/>
          <p:nvPr/>
        </p:nvSpPr>
        <p:spPr>
          <a:xfrm>
            <a:off x="566928" y="1316736"/>
            <a:ext cx="10515600" cy="420624"/>
          </a:xfrm>
          <a:prstGeom prst="rect">
            <a:avLst/>
          </a:prstGeom>
          <a:noFill/>
        </p:spPr>
        <p:txBody>
          <a:bodyPr wrap="square" lIns="0" tIns="0" rIns="0" bIns="0" rtlCol="0" anchor="ctr"/>
          <a:lstStyle/>
          <a:p>
            <a:pPr marL="0" indent="0">
              <a:buNone/>
            </a:pPr>
            <a:r>
              <a:rPr lang="en-US" sz="1300" dirty="0">
                <a:solidFill>
                  <a:srgbClr val="687584"/>
                </a:solidFill>
                <a:latin typeface="Arial" panose="020B0604020202020204" pitchFamily="34" charset="0"/>
                <a:ea typeface="Arial" panose="020B0604020202020204" pitchFamily="34" charset="0"/>
                <a:cs typeface="Arial" panose="020B0604020202020204" pitchFamily="34" charset="0"/>
              </a:rPr>
              <a:t>Manual testing report summary</a:t>
            </a:r>
            <a:endParaRPr lang="en-US" sz="1300" dirty="0"/>
          </a:p>
        </p:txBody>
      </p:sp>
      <p:sp>
        <p:nvSpPr>
          <p:cNvPr id="5" name="Shape 3"/>
          <p:cNvSpPr/>
          <p:nvPr/>
        </p:nvSpPr>
        <p:spPr>
          <a:xfrm>
            <a:off x="2952750" y="3720973"/>
            <a:ext cx="1883664" cy="1115568"/>
          </a:xfrm>
          <a:prstGeom prst="roundRect">
            <a:avLst>
              <a:gd name="adj" fmla="val 9836"/>
            </a:avLst>
          </a:prstGeom>
          <a:solidFill>
            <a:srgbClr val="E2F4EB"/>
          </a:solidFill>
          <a:ln w="12700">
            <a:solidFill>
              <a:srgbClr val="E2F4EB">
                <a:alpha val="0"/>
              </a:srgbClr>
            </a:solidFill>
            <a:prstDash val="solid"/>
          </a:ln>
        </p:spPr>
      </p:sp>
      <p:sp>
        <p:nvSpPr>
          <p:cNvPr id="6" name="Text 4"/>
          <p:cNvSpPr/>
          <p:nvPr/>
        </p:nvSpPr>
        <p:spPr>
          <a:xfrm>
            <a:off x="3099054" y="3940429"/>
            <a:ext cx="1600200" cy="365760"/>
          </a:xfrm>
          <a:prstGeom prst="rect">
            <a:avLst/>
          </a:prstGeom>
          <a:noFill/>
        </p:spPr>
        <p:txBody>
          <a:bodyPr wrap="square" lIns="0" tIns="0" rIns="0" bIns="0" rtlCol="0" anchor="ctr"/>
          <a:lstStyle/>
          <a:p>
            <a:pPr marL="0" indent="0" algn="ctr">
              <a:buNone/>
            </a:pPr>
            <a:r>
              <a:rPr lang="en-US" sz="2300" b="1" dirty="0">
                <a:solidFill>
                  <a:srgbClr val="2DAA72"/>
                </a:solidFill>
                <a:latin typeface="Arial" panose="020B0604020202020204" pitchFamily="34" charset="0"/>
                <a:ea typeface="Arial" panose="020B0604020202020204" pitchFamily="34" charset="0"/>
                <a:cs typeface="Arial" panose="020B0604020202020204" pitchFamily="34" charset="0"/>
              </a:rPr>
              <a:t>61</a:t>
            </a:r>
            <a:endParaRPr lang="en-US" sz="2300" dirty="0"/>
          </a:p>
        </p:txBody>
      </p:sp>
      <p:sp>
        <p:nvSpPr>
          <p:cNvPr id="7" name="Text 5"/>
          <p:cNvSpPr/>
          <p:nvPr/>
        </p:nvSpPr>
        <p:spPr>
          <a:xfrm>
            <a:off x="3117342" y="4370197"/>
            <a:ext cx="1554480" cy="164592"/>
          </a:xfrm>
          <a:prstGeom prst="rect">
            <a:avLst/>
          </a:prstGeom>
          <a:noFill/>
        </p:spPr>
        <p:txBody>
          <a:bodyPr wrap="square" lIns="0" tIns="0" rIns="0" bIns="0" rtlCol="0" anchor="ctr"/>
          <a:lstStyle/>
          <a:p>
            <a:pPr marL="0" indent="0" algn="ctr">
              <a:buNone/>
            </a:pPr>
            <a:r>
              <a:rPr lang="en-US" sz="820" b="1" kern="0" spc="60" dirty="0">
                <a:solidFill>
                  <a:srgbClr val="2DAA72"/>
                </a:solidFill>
                <a:latin typeface="Arial" panose="020B0604020202020204" pitchFamily="34" charset="0"/>
                <a:ea typeface="Arial" panose="020B0604020202020204" pitchFamily="34" charset="0"/>
                <a:cs typeface="Arial" panose="020B0604020202020204" pitchFamily="34" charset="0"/>
              </a:rPr>
              <a:t>PASSED</a:t>
            </a:r>
            <a:endParaRPr lang="en-US" sz="820" dirty="0"/>
          </a:p>
        </p:txBody>
      </p:sp>
      <p:sp>
        <p:nvSpPr>
          <p:cNvPr id="8" name="Shape 6"/>
          <p:cNvSpPr/>
          <p:nvPr/>
        </p:nvSpPr>
        <p:spPr>
          <a:xfrm>
            <a:off x="5266055" y="3720973"/>
            <a:ext cx="1883664" cy="1115568"/>
          </a:xfrm>
          <a:prstGeom prst="roundRect">
            <a:avLst>
              <a:gd name="adj" fmla="val 9836"/>
            </a:avLst>
          </a:prstGeom>
          <a:solidFill>
            <a:srgbClr val="F9E2E2"/>
          </a:solidFill>
          <a:ln w="12700">
            <a:solidFill>
              <a:srgbClr val="F9E2E2">
                <a:alpha val="0"/>
              </a:srgbClr>
            </a:solidFill>
            <a:prstDash val="solid"/>
          </a:ln>
        </p:spPr>
      </p:sp>
      <p:sp>
        <p:nvSpPr>
          <p:cNvPr id="9" name="Text 7"/>
          <p:cNvSpPr/>
          <p:nvPr/>
        </p:nvSpPr>
        <p:spPr>
          <a:xfrm>
            <a:off x="5412359" y="3940429"/>
            <a:ext cx="1600200" cy="365760"/>
          </a:xfrm>
          <a:prstGeom prst="rect">
            <a:avLst/>
          </a:prstGeom>
          <a:noFill/>
        </p:spPr>
        <p:txBody>
          <a:bodyPr wrap="square" lIns="0" tIns="0" rIns="0" bIns="0" rtlCol="0" anchor="ctr"/>
          <a:lstStyle/>
          <a:p>
            <a:pPr marL="0" indent="0" algn="ctr">
              <a:buNone/>
            </a:pPr>
            <a:r>
              <a:rPr lang="en-US" sz="2300" b="1" dirty="0">
                <a:solidFill>
                  <a:srgbClr val="D55454"/>
                </a:solidFill>
                <a:latin typeface="Arial" panose="020B0604020202020204" pitchFamily="34" charset="0"/>
                <a:ea typeface="Arial" panose="020B0604020202020204" pitchFamily="34" charset="0"/>
                <a:cs typeface="Arial" panose="020B0604020202020204" pitchFamily="34" charset="0"/>
              </a:rPr>
              <a:t>14</a:t>
            </a:r>
            <a:endParaRPr lang="en-US" sz="2300" dirty="0"/>
          </a:p>
        </p:txBody>
      </p:sp>
      <p:sp>
        <p:nvSpPr>
          <p:cNvPr id="10" name="Text 8"/>
          <p:cNvSpPr/>
          <p:nvPr/>
        </p:nvSpPr>
        <p:spPr>
          <a:xfrm>
            <a:off x="5430647" y="4370197"/>
            <a:ext cx="1554480" cy="164592"/>
          </a:xfrm>
          <a:prstGeom prst="rect">
            <a:avLst/>
          </a:prstGeom>
          <a:noFill/>
        </p:spPr>
        <p:txBody>
          <a:bodyPr wrap="square" lIns="0" tIns="0" rIns="0" bIns="0" rtlCol="0" anchor="ctr"/>
          <a:lstStyle/>
          <a:p>
            <a:pPr marL="0" indent="0" algn="ctr">
              <a:buNone/>
            </a:pPr>
            <a:r>
              <a:rPr lang="en-US" sz="820" b="1" kern="0" spc="60" dirty="0">
                <a:solidFill>
                  <a:srgbClr val="D55454"/>
                </a:solidFill>
                <a:latin typeface="Arial" panose="020B0604020202020204" pitchFamily="34" charset="0"/>
                <a:ea typeface="Arial" panose="020B0604020202020204" pitchFamily="34" charset="0"/>
                <a:cs typeface="Arial" panose="020B0604020202020204" pitchFamily="34" charset="0"/>
              </a:rPr>
              <a:t>FAILED</a:t>
            </a:r>
            <a:endParaRPr lang="en-US" sz="820" dirty="0"/>
          </a:p>
        </p:txBody>
      </p:sp>
      <p:sp>
        <p:nvSpPr>
          <p:cNvPr id="38" name="Text 34"/>
          <p:cNvSpPr/>
          <p:nvPr/>
        </p:nvSpPr>
        <p:spPr>
          <a:xfrm>
            <a:off x="7498080" y="6419088"/>
            <a:ext cx="3657600" cy="164592"/>
          </a:xfrm>
          <a:prstGeom prst="rect">
            <a:avLst/>
          </a:prstGeom>
          <a:noFill/>
        </p:spPr>
        <p:txBody>
          <a:bodyPr wrap="square" lIns="0" tIns="0" rIns="0" bIns="0" rtlCol="0" anchor="ctr"/>
          <a:lstStyle/>
          <a:p>
            <a:pPr marL="0" indent="0" algn="r">
              <a:buNone/>
            </a:pPr>
            <a:r>
              <a:rPr lang="en-US" sz="720" dirty="0">
                <a:solidFill>
                  <a:srgbClr val="82909D"/>
                </a:solidFill>
                <a:latin typeface="Arial" panose="020B0604020202020204" pitchFamily="34" charset="0"/>
                <a:ea typeface="Arial" panose="020B0604020202020204" pitchFamily="34" charset="0"/>
                <a:cs typeface="Arial" panose="020B0604020202020204" pitchFamily="34" charset="0"/>
              </a:rPr>
              <a:t>Source: PA5 Automated Testing Report (2026-09-02)</a:t>
            </a:r>
            <a:endParaRPr lang="en-US" sz="720" dirty="0"/>
          </a:p>
        </p:txBody>
      </p:sp>
      <p:sp>
        <p:nvSpPr>
          <p:cNvPr id="39" name="Slide Number Placeholder 0"/>
          <p:cNvSpPr>
            <a:spLocks noGrp="1"/>
          </p:cNvSpPr>
          <p:nvPr>
            <p:ph type="sldNum" sz="quarter" idx="4294967295"/>
          </p:nvPr>
        </p:nvSpPr>
        <p:spPr>
          <a:xfrm>
            <a:off x="11384280" y="6409944"/>
            <a:ext cx="347472" cy="164592"/>
          </a:xfrm>
          <a:prstGeom prst="rect">
            <a:avLst/>
          </a:prstGeom>
        </p:spPr>
        <p:txBody>
          <a:bodyPr lIns="0" tIns="0" rIns="0" bIns="0"/>
          <a:lstStyle>
            <a:lvl1pPr>
              <a:defRPr sz="750">
                <a:solidFill>
                  <a:srgbClr val="687584"/>
                </a:solidFill>
                <a:latin typeface="Noto Sans"/>
                <a:ea typeface="Noto Sans"/>
                <a:cs typeface="Noto Sans"/>
              </a:defRPr>
            </a:lvl1pPr>
          </a:lstStyle>
          <a:p>
            <a:pPr algn="r"/>
            <a:fld id="{F7021451-1387-4CA6-816F-3879F97B5CBC}" type="slidenum">
              <a:rPr lang="en-US" b="0"/>
            </a:fld>
            <a:endParaRPr lang="en-US"/>
          </a:p>
        </p:txBody>
      </p:sp>
      <p:sp>
        <p:nvSpPr>
          <p:cNvPr id="40" name="Shape 9"/>
          <p:cNvSpPr/>
          <p:nvPr/>
        </p:nvSpPr>
        <p:spPr>
          <a:xfrm>
            <a:off x="6490970" y="2325878"/>
            <a:ext cx="1883664" cy="1115568"/>
          </a:xfrm>
          <a:prstGeom prst="roundRect">
            <a:avLst>
              <a:gd name="adj" fmla="val 9836"/>
            </a:avLst>
          </a:prstGeom>
          <a:solidFill>
            <a:srgbClr val="E5F2FF"/>
          </a:solidFill>
          <a:ln w="12700">
            <a:solidFill>
              <a:srgbClr val="E5F2FF">
                <a:alpha val="0"/>
              </a:srgbClr>
            </a:solidFill>
            <a:prstDash val="solid"/>
          </a:ln>
        </p:spPr>
      </p:sp>
      <p:sp>
        <p:nvSpPr>
          <p:cNvPr id="41" name="Text 10"/>
          <p:cNvSpPr/>
          <p:nvPr/>
        </p:nvSpPr>
        <p:spPr>
          <a:xfrm>
            <a:off x="6637274" y="2545334"/>
            <a:ext cx="1600200" cy="365760"/>
          </a:xfrm>
          <a:prstGeom prst="rect">
            <a:avLst/>
          </a:prstGeom>
          <a:noFill/>
        </p:spPr>
        <p:txBody>
          <a:bodyPr wrap="square" lIns="0" tIns="0" rIns="0" bIns="0" rtlCol="0" anchor="ctr"/>
          <a:lstStyle/>
          <a:p>
            <a:pPr marL="0" indent="0" algn="ctr">
              <a:buNone/>
            </a:pPr>
            <a:r>
              <a:rPr lang="en-US" sz="2300" b="1" dirty="0">
                <a:solidFill>
                  <a:srgbClr val="0B1F33"/>
                </a:solidFill>
                <a:latin typeface="Arial" panose="020B0604020202020204" pitchFamily="34" charset="0"/>
                <a:ea typeface="Arial" panose="020B0604020202020204" pitchFamily="34" charset="0"/>
                <a:cs typeface="Arial" panose="020B0604020202020204" pitchFamily="34" charset="0"/>
              </a:rPr>
              <a:t>75</a:t>
            </a:r>
            <a:endParaRPr lang="en-US" sz="2300" dirty="0"/>
          </a:p>
        </p:txBody>
      </p:sp>
      <p:sp>
        <p:nvSpPr>
          <p:cNvPr id="42" name="Text 11"/>
          <p:cNvSpPr/>
          <p:nvPr/>
        </p:nvSpPr>
        <p:spPr>
          <a:xfrm>
            <a:off x="6655562" y="2975102"/>
            <a:ext cx="1554480" cy="164592"/>
          </a:xfrm>
          <a:prstGeom prst="rect">
            <a:avLst/>
          </a:prstGeom>
          <a:noFill/>
        </p:spPr>
        <p:txBody>
          <a:bodyPr wrap="square" lIns="0" tIns="0" rIns="0" bIns="0" rtlCol="0" anchor="ctr"/>
          <a:lstStyle/>
          <a:p>
            <a:pPr marL="0" indent="0" algn="ctr">
              <a:buNone/>
            </a:pPr>
            <a:r>
              <a:rPr lang="en-US" sz="820" b="1" kern="0" spc="60" dirty="0">
                <a:solidFill>
                  <a:srgbClr val="0B1F33"/>
                </a:solidFill>
                <a:latin typeface="Arial" panose="020B0604020202020204" pitchFamily="34" charset="0"/>
                <a:ea typeface="Arial" panose="020B0604020202020204" pitchFamily="34" charset="0"/>
                <a:cs typeface="Arial" panose="020B0604020202020204" pitchFamily="34" charset="0"/>
              </a:rPr>
              <a:t>Tested  cases</a:t>
            </a:r>
            <a:endParaRPr lang="en-US" sz="820" dirty="0"/>
          </a:p>
        </p:txBody>
      </p:sp>
      <p:sp>
        <p:nvSpPr>
          <p:cNvPr id="43" name="Shape 9"/>
          <p:cNvSpPr/>
          <p:nvPr/>
        </p:nvSpPr>
        <p:spPr>
          <a:xfrm>
            <a:off x="4179570" y="2325878"/>
            <a:ext cx="1883664" cy="1115568"/>
          </a:xfrm>
          <a:prstGeom prst="roundRect">
            <a:avLst>
              <a:gd name="adj" fmla="val 9836"/>
            </a:avLst>
          </a:prstGeom>
          <a:solidFill>
            <a:srgbClr val="E5F2FF"/>
          </a:solidFill>
          <a:ln w="12700">
            <a:solidFill>
              <a:srgbClr val="E5F2FF">
                <a:alpha val="0"/>
              </a:srgbClr>
            </a:solidFill>
            <a:prstDash val="solid"/>
          </a:ln>
        </p:spPr>
      </p:sp>
      <p:sp>
        <p:nvSpPr>
          <p:cNvPr id="44" name="Text 10"/>
          <p:cNvSpPr/>
          <p:nvPr/>
        </p:nvSpPr>
        <p:spPr>
          <a:xfrm>
            <a:off x="4325874" y="2545334"/>
            <a:ext cx="1600200" cy="365760"/>
          </a:xfrm>
          <a:prstGeom prst="rect">
            <a:avLst/>
          </a:prstGeom>
          <a:noFill/>
        </p:spPr>
        <p:txBody>
          <a:bodyPr wrap="square" lIns="0" tIns="0" rIns="0" bIns="0" rtlCol="0" anchor="ctr"/>
          <a:lstStyle/>
          <a:p>
            <a:pPr marL="0" indent="0" algn="ctr">
              <a:buNone/>
            </a:pPr>
            <a:r>
              <a:rPr lang="en-US" sz="2300" b="1" dirty="0">
                <a:solidFill>
                  <a:srgbClr val="0B1F33"/>
                </a:solidFill>
                <a:latin typeface="Arial" panose="020B0604020202020204" pitchFamily="34" charset="0"/>
                <a:ea typeface="Arial" panose="020B0604020202020204" pitchFamily="34" charset="0"/>
                <a:cs typeface="Arial" panose="020B0604020202020204" pitchFamily="34" charset="0"/>
              </a:rPr>
              <a:t>17</a:t>
            </a:r>
            <a:endParaRPr lang="en-US" sz="2300" dirty="0"/>
          </a:p>
        </p:txBody>
      </p:sp>
      <p:sp>
        <p:nvSpPr>
          <p:cNvPr id="45" name="Text 11"/>
          <p:cNvSpPr/>
          <p:nvPr/>
        </p:nvSpPr>
        <p:spPr>
          <a:xfrm>
            <a:off x="4344162" y="2975102"/>
            <a:ext cx="1554480" cy="164592"/>
          </a:xfrm>
          <a:prstGeom prst="rect">
            <a:avLst/>
          </a:prstGeom>
          <a:noFill/>
        </p:spPr>
        <p:txBody>
          <a:bodyPr wrap="square" lIns="0" tIns="0" rIns="0" bIns="0" rtlCol="0" anchor="ctr"/>
          <a:lstStyle/>
          <a:p>
            <a:pPr marL="0" indent="0" algn="ctr">
              <a:buNone/>
            </a:pPr>
            <a:r>
              <a:rPr lang="en-US" sz="820" b="1" kern="0" spc="60" dirty="0">
                <a:solidFill>
                  <a:srgbClr val="0B1F33"/>
                </a:solidFill>
                <a:latin typeface="Arial" panose="020B0604020202020204" pitchFamily="34" charset="0"/>
                <a:ea typeface="Arial" panose="020B0604020202020204" pitchFamily="34" charset="0"/>
                <a:cs typeface="Arial" panose="020B0604020202020204" pitchFamily="34" charset="0"/>
              </a:rPr>
              <a:t>Use cases</a:t>
            </a:r>
            <a:endParaRPr lang="en-US" sz="820" dirty="0"/>
          </a:p>
        </p:txBody>
      </p:sp>
      <p:sp>
        <p:nvSpPr>
          <p:cNvPr id="46" name="Shape 6"/>
          <p:cNvSpPr/>
          <p:nvPr/>
        </p:nvSpPr>
        <p:spPr>
          <a:xfrm>
            <a:off x="7588250" y="3720973"/>
            <a:ext cx="1883664" cy="1115568"/>
          </a:xfrm>
          <a:prstGeom prst="roundRect">
            <a:avLst>
              <a:gd name="adj" fmla="val 9836"/>
            </a:avLst>
          </a:prstGeom>
          <a:solidFill>
            <a:srgbClr val="F9E2E2"/>
          </a:solidFill>
          <a:ln w="12700">
            <a:solidFill>
              <a:srgbClr val="F9E2E2">
                <a:alpha val="0"/>
              </a:srgbClr>
            </a:solidFill>
            <a:prstDash val="solid"/>
          </a:ln>
        </p:spPr>
      </p:sp>
      <p:sp>
        <p:nvSpPr>
          <p:cNvPr id="47" name="Text 7"/>
          <p:cNvSpPr/>
          <p:nvPr/>
        </p:nvSpPr>
        <p:spPr>
          <a:xfrm>
            <a:off x="7734554" y="3940429"/>
            <a:ext cx="1600200" cy="365760"/>
          </a:xfrm>
          <a:prstGeom prst="rect">
            <a:avLst/>
          </a:prstGeom>
          <a:noFill/>
        </p:spPr>
        <p:txBody>
          <a:bodyPr wrap="square" lIns="0" tIns="0" rIns="0" bIns="0" rtlCol="0" anchor="ctr"/>
          <a:lstStyle/>
          <a:p>
            <a:pPr marL="0" indent="0" algn="ctr">
              <a:buNone/>
            </a:pPr>
            <a:r>
              <a:rPr lang="en-US" sz="2300" b="1" dirty="0">
                <a:solidFill>
                  <a:srgbClr val="D55454"/>
                </a:solidFill>
                <a:latin typeface="Arial" panose="020B0604020202020204" pitchFamily="34" charset="0"/>
                <a:ea typeface="Arial" panose="020B0604020202020204" pitchFamily="34" charset="0"/>
                <a:cs typeface="Arial" panose="020B0604020202020204" pitchFamily="34" charset="0"/>
              </a:rPr>
              <a:t>13</a:t>
            </a:r>
            <a:endParaRPr lang="en-US" sz="2300" dirty="0"/>
          </a:p>
        </p:txBody>
      </p:sp>
      <p:sp>
        <p:nvSpPr>
          <p:cNvPr id="48" name="Text 8"/>
          <p:cNvSpPr/>
          <p:nvPr/>
        </p:nvSpPr>
        <p:spPr>
          <a:xfrm>
            <a:off x="7752842" y="4370197"/>
            <a:ext cx="1554480" cy="164592"/>
          </a:xfrm>
          <a:prstGeom prst="rect">
            <a:avLst/>
          </a:prstGeom>
          <a:noFill/>
        </p:spPr>
        <p:txBody>
          <a:bodyPr wrap="square" lIns="0" tIns="0" rIns="0" bIns="0" rtlCol="0" anchor="ctr"/>
          <a:lstStyle/>
          <a:p>
            <a:pPr marL="0" indent="0" algn="ctr">
              <a:buNone/>
            </a:pPr>
            <a:r>
              <a:rPr lang="en-US" sz="820" b="1" kern="0" spc="60" dirty="0">
                <a:solidFill>
                  <a:srgbClr val="D55454"/>
                </a:solidFill>
                <a:latin typeface="Arial" panose="020B0604020202020204" pitchFamily="34" charset="0"/>
                <a:ea typeface="Arial" panose="020B0604020202020204" pitchFamily="34" charset="0"/>
                <a:cs typeface="Arial" panose="020B0604020202020204" pitchFamily="34" charset="0"/>
              </a:rPr>
              <a:t>DEFECTS</a:t>
            </a:r>
            <a:endParaRPr lang="en-US" sz="82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66928" y="411480"/>
            <a:ext cx="3931920" cy="201168"/>
          </a:xfrm>
          <a:prstGeom prst="rect">
            <a:avLst/>
          </a:prstGeom>
          <a:noFill/>
        </p:spPr>
        <p:txBody>
          <a:bodyPr wrap="square" lIns="0" tIns="0" rIns="0" bIns="0" rtlCol="0" anchor="ctr"/>
          <a:lstStyle/>
          <a:p>
            <a:pPr marL="0" indent="0">
              <a:buNone/>
            </a:pPr>
            <a:r>
              <a:rPr lang="en-US" sz="1000" b="1" kern="0" spc="110" dirty="0">
                <a:solidFill>
                  <a:srgbClr val="FF6B3D"/>
                </a:solidFill>
                <a:latin typeface="Arial" panose="020B0604020202020204" pitchFamily="34" charset="0"/>
                <a:ea typeface="Arial" panose="020B0604020202020204" pitchFamily="34" charset="0"/>
                <a:cs typeface="Arial" panose="020B0604020202020204" pitchFamily="34" charset="0"/>
              </a:rPr>
              <a:t>SOFTWARE TESTING</a:t>
            </a:r>
            <a:endParaRPr lang="en-US" sz="1000" dirty="0"/>
          </a:p>
        </p:txBody>
      </p:sp>
      <p:sp>
        <p:nvSpPr>
          <p:cNvPr id="3" name="Text 1"/>
          <p:cNvSpPr/>
          <p:nvPr/>
        </p:nvSpPr>
        <p:spPr>
          <a:xfrm>
            <a:off x="566928" y="713232"/>
            <a:ext cx="10835640" cy="548640"/>
          </a:xfrm>
          <a:prstGeom prst="rect">
            <a:avLst/>
          </a:prstGeom>
          <a:noFill/>
        </p:spPr>
        <p:txBody>
          <a:bodyPr wrap="square" lIns="0" tIns="0" rIns="0" bIns="0" rtlCol="0" anchor="ctr"/>
          <a:lstStyle/>
          <a:p>
            <a:pPr marL="0" indent="0">
              <a:buNone/>
            </a:pPr>
            <a:r>
              <a:rPr lang="en-US" sz="2700" b="1" dirty="0">
                <a:solidFill>
                  <a:srgbClr val="12212F"/>
                </a:solidFill>
                <a:latin typeface="Arial" panose="020B0604020202020204" pitchFamily="34" charset="0"/>
                <a:ea typeface="Arial" panose="020B0604020202020204" pitchFamily="34" charset="0"/>
                <a:cs typeface="Arial" panose="020B0604020202020204" pitchFamily="34" charset="0"/>
              </a:rPr>
              <a:t>Automated Testing &amp; Test Results</a:t>
            </a:r>
            <a:endParaRPr lang="en-US" sz="2700" dirty="0"/>
          </a:p>
        </p:txBody>
      </p:sp>
      <p:sp>
        <p:nvSpPr>
          <p:cNvPr id="4" name="Text 2"/>
          <p:cNvSpPr/>
          <p:nvPr/>
        </p:nvSpPr>
        <p:spPr>
          <a:xfrm>
            <a:off x="566928" y="1316736"/>
            <a:ext cx="10515600" cy="420624"/>
          </a:xfrm>
          <a:prstGeom prst="rect">
            <a:avLst/>
          </a:prstGeom>
          <a:noFill/>
        </p:spPr>
        <p:txBody>
          <a:bodyPr wrap="square" lIns="0" tIns="0" rIns="0" bIns="0" rtlCol="0" anchor="ctr"/>
          <a:lstStyle/>
          <a:p>
            <a:pPr marL="0" indent="0">
              <a:buNone/>
            </a:pPr>
            <a:r>
              <a:rPr lang="en-US" sz="1300" dirty="0">
                <a:solidFill>
                  <a:srgbClr val="687584"/>
                </a:solidFill>
                <a:latin typeface="Arial" panose="020B0604020202020204" pitchFamily="34" charset="0"/>
                <a:ea typeface="Arial" panose="020B0604020202020204" pitchFamily="34" charset="0"/>
                <a:cs typeface="Arial" panose="020B0604020202020204" pitchFamily="34" charset="0"/>
              </a:rPr>
              <a:t>Selenium WebDriver + pytest verified the core trip creation and AI itinerary workflow.</a:t>
            </a:r>
            <a:endParaRPr lang="en-US" sz="1300" dirty="0"/>
          </a:p>
        </p:txBody>
      </p:sp>
      <p:sp>
        <p:nvSpPr>
          <p:cNvPr id="5" name="Shape 3"/>
          <p:cNvSpPr/>
          <p:nvPr/>
        </p:nvSpPr>
        <p:spPr>
          <a:xfrm>
            <a:off x="640080" y="2029968"/>
            <a:ext cx="1883664" cy="1115568"/>
          </a:xfrm>
          <a:prstGeom prst="roundRect">
            <a:avLst>
              <a:gd name="adj" fmla="val 9836"/>
            </a:avLst>
          </a:prstGeom>
          <a:solidFill>
            <a:srgbClr val="E2F4EB"/>
          </a:solidFill>
          <a:ln w="12700">
            <a:solidFill>
              <a:srgbClr val="E2F4EB">
                <a:alpha val="0"/>
              </a:srgbClr>
            </a:solidFill>
            <a:prstDash val="solid"/>
          </a:ln>
        </p:spPr>
      </p:sp>
      <p:sp>
        <p:nvSpPr>
          <p:cNvPr id="6" name="Text 4"/>
          <p:cNvSpPr/>
          <p:nvPr/>
        </p:nvSpPr>
        <p:spPr>
          <a:xfrm>
            <a:off x="786384" y="2249424"/>
            <a:ext cx="1600200" cy="365760"/>
          </a:xfrm>
          <a:prstGeom prst="rect">
            <a:avLst/>
          </a:prstGeom>
          <a:noFill/>
        </p:spPr>
        <p:txBody>
          <a:bodyPr wrap="square" lIns="0" tIns="0" rIns="0" bIns="0" rtlCol="0" anchor="ctr"/>
          <a:lstStyle/>
          <a:p>
            <a:pPr marL="0" indent="0" algn="ctr">
              <a:buNone/>
            </a:pPr>
            <a:r>
              <a:rPr lang="en-US" sz="2300" b="1" dirty="0">
                <a:solidFill>
                  <a:srgbClr val="2DAA72"/>
                </a:solidFill>
                <a:latin typeface="Arial" panose="020B0604020202020204" pitchFamily="34" charset="0"/>
                <a:ea typeface="Arial" panose="020B0604020202020204" pitchFamily="34" charset="0"/>
                <a:cs typeface="Arial" panose="020B0604020202020204" pitchFamily="34" charset="0"/>
              </a:rPr>
              <a:t>6 / 6</a:t>
            </a:r>
            <a:endParaRPr lang="en-US" sz="2300" dirty="0"/>
          </a:p>
        </p:txBody>
      </p:sp>
      <p:sp>
        <p:nvSpPr>
          <p:cNvPr id="7" name="Text 5"/>
          <p:cNvSpPr/>
          <p:nvPr/>
        </p:nvSpPr>
        <p:spPr>
          <a:xfrm>
            <a:off x="804672" y="2679192"/>
            <a:ext cx="1554480" cy="164592"/>
          </a:xfrm>
          <a:prstGeom prst="rect">
            <a:avLst/>
          </a:prstGeom>
          <a:noFill/>
        </p:spPr>
        <p:txBody>
          <a:bodyPr wrap="square" lIns="0" tIns="0" rIns="0" bIns="0" rtlCol="0" anchor="ctr"/>
          <a:lstStyle/>
          <a:p>
            <a:pPr marL="0" indent="0" algn="ctr">
              <a:buNone/>
            </a:pPr>
            <a:r>
              <a:rPr lang="en-US" sz="820" b="1" kern="0" spc="60" dirty="0">
                <a:solidFill>
                  <a:srgbClr val="2DAA72"/>
                </a:solidFill>
                <a:latin typeface="Arial" panose="020B0604020202020204" pitchFamily="34" charset="0"/>
                <a:ea typeface="Arial" panose="020B0604020202020204" pitchFamily="34" charset="0"/>
                <a:cs typeface="Arial" panose="020B0604020202020204" pitchFamily="34" charset="0"/>
              </a:rPr>
              <a:t>PASSED</a:t>
            </a:r>
            <a:endParaRPr lang="en-US" sz="820" dirty="0"/>
          </a:p>
        </p:txBody>
      </p:sp>
      <p:sp>
        <p:nvSpPr>
          <p:cNvPr id="8" name="Shape 6"/>
          <p:cNvSpPr/>
          <p:nvPr/>
        </p:nvSpPr>
        <p:spPr>
          <a:xfrm>
            <a:off x="2788920" y="2029968"/>
            <a:ext cx="1883664" cy="1115568"/>
          </a:xfrm>
          <a:prstGeom prst="roundRect">
            <a:avLst>
              <a:gd name="adj" fmla="val 9836"/>
            </a:avLst>
          </a:prstGeom>
          <a:solidFill>
            <a:srgbClr val="F9E2E2"/>
          </a:solidFill>
          <a:ln w="12700">
            <a:solidFill>
              <a:srgbClr val="F9E2E2">
                <a:alpha val="0"/>
              </a:srgbClr>
            </a:solidFill>
            <a:prstDash val="solid"/>
          </a:ln>
        </p:spPr>
      </p:sp>
      <p:sp>
        <p:nvSpPr>
          <p:cNvPr id="9" name="Text 7"/>
          <p:cNvSpPr/>
          <p:nvPr/>
        </p:nvSpPr>
        <p:spPr>
          <a:xfrm>
            <a:off x="2935224" y="2249424"/>
            <a:ext cx="1600200" cy="365760"/>
          </a:xfrm>
          <a:prstGeom prst="rect">
            <a:avLst/>
          </a:prstGeom>
          <a:noFill/>
        </p:spPr>
        <p:txBody>
          <a:bodyPr wrap="square" lIns="0" tIns="0" rIns="0" bIns="0" rtlCol="0" anchor="ctr"/>
          <a:lstStyle/>
          <a:p>
            <a:pPr marL="0" indent="0" algn="ctr">
              <a:buNone/>
            </a:pPr>
            <a:r>
              <a:rPr lang="en-US" sz="2300" b="1" dirty="0">
                <a:solidFill>
                  <a:srgbClr val="D55454"/>
                </a:solidFill>
                <a:latin typeface="Arial" panose="020B0604020202020204" pitchFamily="34" charset="0"/>
                <a:ea typeface="Arial" panose="020B0604020202020204" pitchFamily="34" charset="0"/>
                <a:cs typeface="Arial" panose="020B0604020202020204" pitchFamily="34" charset="0"/>
              </a:rPr>
              <a:t>0</a:t>
            </a:r>
            <a:endParaRPr lang="en-US" sz="2300" dirty="0"/>
          </a:p>
        </p:txBody>
      </p:sp>
      <p:sp>
        <p:nvSpPr>
          <p:cNvPr id="10" name="Text 8"/>
          <p:cNvSpPr/>
          <p:nvPr/>
        </p:nvSpPr>
        <p:spPr>
          <a:xfrm>
            <a:off x="2953512" y="2679192"/>
            <a:ext cx="1554480" cy="164592"/>
          </a:xfrm>
          <a:prstGeom prst="rect">
            <a:avLst/>
          </a:prstGeom>
          <a:noFill/>
        </p:spPr>
        <p:txBody>
          <a:bodyPr wrap="square" lIns="0" tIns="0" rIns="0" bIns="0" rtlCol="0" anchor="ctr"/>
          <a:lstStyle/>
          <a:p>
            <a:pPr marL="0" indent="0" algn="ctr">
              <a:buNone/>
            </a:pPr>
            <a:r>
              <a:rPr lang="en-US" sz="820" b="1" kern="0" spc="60" dirty="0">
                <a:solidFill>
                  <a:srgbClr val="D55454"/>
                </a:solidFill>
                <a:latin typeface="Arial" panose="020B0604020202020204" pitchFamily="34" charset="0"/>
                <a:ea typeface="Arial" panose="020B0604020202020204" pitchFamily="34" charset="0"/>
                <a:cs typeface="Arial" panose="020B0604020202020204" pitchFamily="34" charset="0"/>
              </a:rPr>
              <a:t>FAILED</a:t>
            </a:r>
            <a:endParaRPr lang="en-US" sz="820" dirty="0"/>
          </a:p>
        </p:txBody>
      </p:sp>
      <p:sp>
        <p:nvSpPr>
          <p:cNvPr id="11" name="Shape 9"/>
          <p:cNvSpPr/>
          <p:nvPr/>
        </p:nvSpPr>
        <p:spPr>
          <a:xfrm>
            <a:off x="4937760" y="2029968"/>
            <a:ext cx="1883664" cy="1115568"/>
          </a:xfrm>
          <a:prstGeom prst="roundRect">
            <a:avLst>
              <a:gd name="adj" fmla="val 9836"/>
            </a:avLst>
          </a:prstGeom>
          <a:solidFill>
            <a:srgbClr val="E5F2FF"/>
          </a:solidFill>
          <a:ln w="12700">
            <a:solidFill>
              <a:srgbClr val="E5F2FF">
                <a:alpha val="0"/>
              </a:srgbClr>
            </a:solidFill>
            <a:prstDash val="solid"/>
          </a:ln>
        </p:spPr>
      </p:sp>
      <p:sp>
        <p:nvSpPr>
          <p:cNvPr id="12" name="Text 10"/>
          <p:cNvSpPr/>
          <p:nvPr/>
        </p:nvSpPr>
        <p:spPr>
          <a:xfrm>
            <a:off x="5084064" y="2249424"/>
            <a:ext cx="1600200" cy="365760"/>
          </a:xfrm>
          <a:prstGeom prst="rect">
            <a:avLst/>
          </a:prstGeom>
          <a:noFill/>
        </p:spPr>
        <p:txBody>
          <a:bodyPr wrap="square" lIns="0" tIns="0" rIns="0" bIns="0" rtlCol="0" anchor="ctr"/>
          <a:lstStyle/>
          <a:p>
            <a:pPr marL="0" indent="0" algn="ctr">
              <a:buNone/>
            </a:pPr>
            <a:r>
              <a:rPr lang="en-US" sz="2300" b="1" dirty="0">
                <a:solidFill>
                  <a:srgbClr val="0B1F33"/>
                </a:solidFill>
                <a:latin typeface="Arial" panose="020B0604020202020204" pitchFamily="34" charset="0"/>
                <a:ea typeface="Arial" panose="020B0604020202020204" pitchFamily="34" charset="0"/>
                <a:cs typeface="Arial" panose="020B0604020202020204" pitchFamily="34" charset="0"/>
              </a:rPr>
              <a:t>86.25s</a:t>
            </a:r>
            <a:endParaRPr lang="en-US" sz="2300" dirty="0"/>
          </a:p>
        </p:txBody>
      </p:sp>
      <p:sp>
        <p:nvSpPr>
          <p:cNvPr id="13" name="Text 11"/>
          <p:cNvSpPr/>
          <p:nvPr/>
        </p:nvSpPr>
        <p:spPr>
          <a:xfrm>
            <a:off x="5102352" y="2679192"/>
            <a:ext cx="1554480" cy="164592"/>
          </a:xfrm>
          <a:prstGeom prst="rect">
            <a:avLst/>
          </a:prstGeom>
          <a:noFill/>
        </p:spPr>
        <p:txBody>
          <a:bodyPr wrap="square" lIns="0" tIns="0" rIns="0" bIns="0" rtlCol="0" anchor="ctr"/>
          <a:lstStyle/>
          <a:p>
            <a:pPr marL="0" indent="0" algn="ctr">
              <a:buNone/>
            </a:pPr>
            <a:r>
              <a:rPr lang="en-US" sz="820" b="1" kern="0" spc="60" dirty="0">
                <a:solidFill>
                  <a:srgbClr val="0B1F33"/>
                </a:solidFill>
                <a:latin typeface="Arial" panose="020B0604020202020204" pitchFamily="34" charset="0"/>
                <a:ea typeface="Arial" panose="020B0604020202020204" pitchFamily="34" charset="0"/>
                <a:cs typeface="Arial" panose="020B0604020202020204" pitchFamily="34" charset="0"/>
              </a:rPr>
              <a:t>EXECUTION TIME</a:t>
            </a:r>
            <a:endParaRPr lang="en-US" sz="820" dirty="0"/>
          </a:p>
        </p:txBody>
      </p:sp>
      <p:sp>
        <p:nvSpPr>
          <p:cNvPr id="14" name="Shape 12"/>
          <p:cNvSpPr/>
          <p:nvPr/>
        </p:nvSpPr>
        <p:spPr>
          <a:xfrm>
            <a:off x="640080" y="3465576"/>
            <a:ext cx="6172200" cy="2496312"/>
          </a:xfrm>
          <a:prstGeom prst="roundRect">
            <a:avLst>
              <a:gd name="adj" fmla="val 4396"/>
            </a:avLst>
          </a:prstGeom>
          <a:solidFill>
            <a:srgbClr val="FFFFFF"/>
          </a:solidFill>
          <a:ln w="12700">
            <a:solidFill>
              <a:srgbClr val="E1E6E9"/>
            </a:solidFill>
            <a:prstDash val="solid"/>
          </a:ln>
        </p:spPr>
      </p:sp>
      <p:sp>
        <p:nvSpPr>
          <p:cNvPr id="15" name="Text 13"/>
          <p:cNvSpPr/>
          <p:nvPr/>
        </p:nvSpPr>
        <p:spPr>
          <a:xfrm>
            <a:off x="896112" y="3721608"/>
            <a:ext cx="1792224" cy="182880"/>
          </a:xfrm>
          <a:prstGeom prst="rect">
            <a:avLst/>
          </a:prstGeom>
          <a:noFill/>
        </p:spPr>
        <p:txBody>
          <a:bodyPr wrap="square" lIns="0" tIns="0" rIns="0" bIns="0" rtlCol="0" anchor="ctr"/>
          <a:lstStyle/>
          <a:p>
            <a:pPr marL="0" indent="0">
              <a:buNone/>
            </a:pPr>
            <a:r>
              <a:rPr lang="en-US" sz="940" b="1" kern="0" spc="70" dirty="0">
                <a:solidFill>
                  <a:srgbClr val="687584"/>
                </a:solidFill>
                <a:latin typeface="Arial" panose="020B0604020202020204" pitchFamily="34" charset="0"/>
                <a:ea typeface="Arial" panose="020B0604020202020204" pitchFamily="34" charset="0"/>
                <a:cs typeface="Arial" panose="020B0604020202020204" pitchFamily="34" charset="0"/>
              </a:rPr>
              <a:t>AUTOMATED SCOPE</a:t>
            </a:r>
            <a:endParaRPr lang="en-US" sz="940" dirty="0"/>
          </a:p>
        </p:txBody>
      </p:sp>
      <p:sp>
        <p:nvSpPr>
          <p:cNvPr id="16" name="Shape 14"/>
          <p:cNvSpPr/>
          <p:nvPr/>
        </p:nvSpPr>
        <p:spPr>
          <a:xfrm>
            <a:off x="886968" y="4123944"/>
            <a:ext cx="722376" cy="329184"/>
          </a:xfrm>
          <a:prstGeom prst="roundRect">
            <a:avLst>
              <a:gd name="adj" fmla="val 50000"/>
            </a:avLst>
          </a:prstGeom>
          <a:solidFill>
            <a:srgbClr val="FFE9DE"/>
          </a:solidFill>
          <a:ln w="12700">
            <a:solidFill>
              <a:srgbClr val="FFE9DE">
                <a:alpha val="0"/>
              </a:srgbClr>
            </a:solidFill>
            <a:prstDash val="solid"/>
          </a:ln>
        </p:spPr>
      </p:sp>
      <p:sp>
        <p:nvSpPr>
          <p:cNvPr id="17" name="Text 15"/>
          <p:cNvSpPr/>
          <p:nvPr/>
        </p:nvSpPr>
        <p:spPr>
          <a:xfrm>
            <a:off x="996696" y="4197096"/>
            <a:ext cx="502920" cy="164592"/>
          </a:xfrm>
          <a:prstGeom prst="rect">
            <a:avLst/>
          </a:prstGeom>
          <a:noFill/>
        </p:spPr>
        <p:txBody>
          <a:bodyPr wrap="square" lIns="0" tIns="0" rIns="0" bIns="0" rtlCol="0" anchor="ctr"/>
          <a:lstStyle/>
          <a:p>
            <a:pPr marL="0" indent="0" algn="ctr">
              <a:buNone/>
            </a:pPr>
            <a:r>
              <a:rPr lang="en-US" sz="940" b="1" dirty="0">
                <a:solidFill>
                  <a:srgbClr val="FF6B3D"/>
                </a:solidFill>
                <a:latin typeface="Arial" panose="020B0604020202020204" pitchFamily="34" charset="0"/>
                <a:ea typeface="Arial" panose="020B0604020202020204" pitchFamily="34" charset="0"/>
                <a:cs typeface="Arial" panose="020B0604020202020204" pitchFamily="34" charset="0"/>
              </a:rPr>
              <a:t>UC01</a:t>
            </a:r>
            <a:endParaRPr lang="en-US" sz="940" dirty="0"/>
          </a:p>
        </p:txBody>
      </p:sp>
      <p:sp>
        <p:nvSpPr>
          <p:cNvPr id="18" name="Text 16"/>
          <p:cNvSpPr/>
          <p:nvPr/>
        </p:nvSpPr>
        <p:spPr>
          <a:xfrm>
            <a:off x="1792224" y="4187952"/>
            <a:ext cx="3063240" cy="182880"/>
          </a:xfrm>
          <a:prstGeom prst="rect">
            <a:avLst/>
          </a:prstGeom>
          <a:noFill/>
        </p:spPr>
        <p:txBody>
          <a:bodyPr wrap="square" lIns="0" tIns="0" rIns="0" bIns="0" rtlCol="0" anchor="ctr"/>
          <a:lstStyle/>
          <a:p>
            <a:pPr marL="0" indent="0">
              <a:buNone/>
            </a:pPr>
            <a:r>
              <a:rPr lang="en-US" sz="1030" b="1" dirty="0">
                <a:solidFill>
                  <a:srgbClr val="12212F"/>
                </a:solidFill>
                <a:latin typeface="Arial" panose="020B0604020202020204" pitchFamily="34" charset="0"/>
                <a:ea typeface="Arial" panose="020B0604020202020204" pitchFamily="34" charset="0"/>
                <a:cs typeface="Arial" panose="020B0604020202020204" pitchFamily="34" charset="0"/>
              </a:rPr>
              <a:t>Trip Creation &amp; Preference Input</a:t>
            </a:r>
            <a:endParaRPr lang="en-US" sz="1030" dirty="0"/>
          </a:p>
        </p:txBody>
      </p:sp>
      <p:sp>
        <p:nvSpPr>
          <p:cNvPr id="19" name="Text 17"/>
          <p:cNvSpPr/>
          <p:nvPr/>
        </p:nvSpPr>
        <p:spPr>
          <a:xfrm>
            <a:off x="5093208" y="4187952"/>
            <a:ext cx="1097280" cy="182880"/>
          </a:xfrm>
          <a:prstGeom prst="rect">
            <a:avLst/>
          </a:prstGeom>
          <a:noFill/>
        </p:spPr>
        <p:txBody>
          <a:bodyPr wrap="square" lIns="0" tIns="0" rIns="0" bIns="0" rtlCol="0" anchor="ctr"/>
          <a:lstStyle/>
          <a:p>
            <a:pPr marL="0" indent="0" algn="r">
              <a:buNone/>
            </a:pPr>
            <a:r>
              <a:rPr lang="en-US" sz="890" b="1" dirty="0">
                <a:solidFill>
                  <a:srgbClr val="FF6B3D"/>
                </a:solidFill>
                <a:latin typeface="Arial" panose="020B0604020202020204" pitchFamily="34" charset="0"/>
                <a:ea typeface="Arial" panose="020B0604020202020204" pitchFamily="34" charset="0"/>
                <a:cs typeface="Arial" panose="020B0604020202020204" pitchFamily="34" charset="0"/>
              </a:rPr>
              <a:t>2 scenarios</a:t>
            </a:r>
            <a:endParaRPr lang="en-US" sz="890" dirty="0"/>
          </a:p>
        </p:txBody>
      </p:sp>
      <p:sp>
        <p:nvSpPr>
          <p:cNvPr id="20" name="Shape 18"/>
          <p:cNvSpPr/>
          <p:nvPr/>
        </p:nvSpPr>
        <p:spPr>
          <a:xfrm>
            <a:off x="886968" y="4654296"/>
            <a:ext cx="722376" cy="329184"/>
          </a:xfrm>
          <a:prstGeom prst="roundRect">
            <a:avLst>
              <a:gd name="adj" fmla="val 50000"/>
            </a:avLst>
          </a:prstGeom>
          <a:solidFill>
            <a:srgbClr val="DDF5F1"/>
          </a:solidFill>
          <a:ln w="12700">
            <a:solidFill>
              <a:srgbClr val="DDF5F1">
                <a:alpha val="0"/>
              </a:srgbClr>
            </a:solidFill>
            <a:prstDash val="solid"/>
          </a:ln>
        </p:spPr>
      </p:sp>
      <p:sp>
        <p:nvSpPr>
          <p:cNvPr id="21" name="Text 19"/>
          <p:cNvSpPr/>
          <p:nvPr/>
        </p:nvSpPr>
        <p:spPr>
          <a:xfrm>
            <a:off x="996696" y="4727448"/>
            <a:ext cx="502920" cy="164592"/>
          </a:xfrm>
          <a:prstGeom prst="rect">
            <a:avLst/>
          </a:prstGeom>
          <a:noFill/>
        </p:spPr>
        <p:txBody>
          <a:bodyPr wrap="square" lIns="0" tIns="0" rIns="0" bIns="0" rtlCol="0" anchor="ctr"/>
          <a:lstStyle/>
          <a:p>
            <a:pPr marL="0" indent="0" algn="ctr">
              <a:buNone/>
            </a:pPr>
            <a:r>
              <a:rPr lang="en-US" sz="940" b="1" dirty="0">
                <a:solidFill>
                  <a:srgbClr val="1BB5A8"/>
                </a:solidFill>
                <a:latin typeface="Arial" panose="020B0604020202020204" pitchFamily="34" charset="0"/>
                <a:ea typeface="Arial" panose="020B0604020202020204" pitchFamily="34" charset="0"/>
                <a:cs typeface="Arial" panose="020B0604020202020204" pitchFamily="34" charset="0"/>
              </a:rPr>
              <a:t>UC02</a:t>
            </a:r>
            <a:endParaRPr lang="en-US" sz="940" dirty="0"/>
          </a:p>
        </p:txBody>
      </p:sp>
      <p:sp>
        <p:nvSpPr>
          <p:cNvPr id="22" name="Text 20"/>
          <p:cNvSpPr/>
          <p:nvPr/>
        </p:nvSpPr>
        <p:spPr>
          <a:xfrm>
            <a:off x="1792224" y="4718304"/>
            <a:ext cx="3063240" cy="182880"/>
          </a:xfrm>
          <a:prstGeom prst="rect">
            <a:avLst/>
          </a:prstGeom>
          <a:noFill/>
        </p:spPr>
        <p:txBody>
          <a:bodyPr wrap="square" lIns="0" tIns="0" rIns="0" bIns="0" rtlCol="0" anchor="ctr"/>
          <a:lstStyle/>
          <a:p>
            <a:pPr marL="0" indent="0">
              <a:buNone/>
            </a:pPr>
            <a:r>
              <a:rPr lang="en-US" sz="1030" b="1" dirty="0">
                <a:solidFill>
                  <a:srgbClr val="12212F"/>
                </a:solidFill>
                <a:latin typeface="Arial" panose="020B0604020202020204" pitchFamily="34" charset="0"/>
                <a:ea typeface="Arial" panose="020B0604020202020204" pitchFamily="34" charset="0"/>
                <a:cs typeface="Arial" panose="020B0604020202020204" pitchFamily="34" charset="0"/>
              </a:rPr>
              <a:t>AI Itinerary Generator</a:t>
            </a:r>
            <a:endParaRPr lang="en-US" sz="1030" dirty="0"/>
          </a:p>
        </p:txBody>
      </p:sp>
      <p:sp>
        <p:nvSpPr>
          <p:cNvPr id="23" name="Text 21"/>
          <p:cNvSpPr/>
          <p:nvPr/>
        </p:nvSpPr>
        <p:spPr>
          <a:xfrm>
            <a:off x="5093208" y="4718304"/>
            <a:ext cx="1097280" cy="182880"/>
          </a:xfrm>
          <a:prstGeom prst="rect">
            <a:avLst/>
          </a:prstGeom>
          <a:noFill/>
        </p:spPr>
        <p:txBody>
          <a:bodyPr wrap="square" lIns="0" tIns="0" rIns="0" bIns="0" rtlCol="0" anchor="ctr"/>
          <a:lstStyle/>
          <a:p>
            <a:pPr marL="0" indent="0" algn="r">
              <a:buNone/>
            </a:pPr>
            <a:r>
              <a:rPr lang="en-US" sz="890" b="1" dirty="0">
                <a:solidFill>
                  <a:srgbClr val="1BB5A8"/>
                </a:solidFill>
                <a:latin typeface="Arial" panose="020B0604020202020204" pitchFamily="34" charset="0"/>
                <a:ea typeface="Arial" panose="020B0604020202020204" pitchFamily="34" charset="0"/>
                <a:cs typeface="Arial" panose="020B0604020202020204" pitchFamily="34" charset="0"/>
              </a:rPr>
              <a:t>2 scenarios</a:t>
            </a:r>
            <a:endParaRPr lang="en-US" sz="890" dirty="0"/>
          </a:p>
        </p:txBody>
      </p:sp>
      <p:sp>
        <p:nvSpPr>
          <p:cNvPr id="24" name="Shape 22"/>
          <p:cNvSpPr/>
          <p:nvPr/>
        </p:nvSpPr>
        <p:spPr>
          <a:xfrm>
            <a:off x="886968" y="5184648"/>
            <a:ext cx="722376" cy="329184"/>
          </a:xfrm>
          <a:prstGeom prst="roundRect">
            <a:avLst>
              <a:gd name="adj" fmla="val 50000"/>
            </a:avLst>
          </a:prstGeom>
          <a:solidFill>
            <a:srgbClr val="E5F2FF"/>
          </a:solidFill>
          <a:ln w="12700">
            <a:solidFill>
              <a:srgbClr val="E5F2FF">
                <a:alpha val="0"/>
              </a:srgbClr>
            </a:solidFill>
            <a:prstDash val="solid"/>
          </a:ln>
        </p:spPr>
      </p:sp>
      <p:sp>
        <p:nvSpPr>
          <p:cNvPr id="25" name="Text 23"/>
          <p:cNvSpPr/>
          <p:nvPr/>
        </p:nvSpPr>
        <p:spPr>
          <a:xfrm>
            <a:off x="996696" y="5257800"/>
            <a:ext cx="502920" cy="164592"/>
          </a:xfrm>
          <a:prstGeom prst="rect">
            <a:avLst/>
          </a:prstGeom>
          <a:noFill/>
        </p:spPr>
        <p:txBody>
          <a:bodyPr wrap="square" lIns="0" tIns="0" rIns="0" bIns="0" rtlCol="0" anchor="ctr"/>
          <a:lstStyle/>
          <a:p>
            <a:pPr marL="0" indent="0" algn="ctr">
              <a:buNone/>
            </a:pPr>
            <a:r>
              <a:rPr lang="en-US" sz="940" b="1" dirty="0">
                <a:solidFill>
                  <a:srgbClr val="62B4FF"/>
                </a:solidFill>
                <a:latin typeface="Arial" panose="020B0604020202020204" pitchFamily="34" charset="0"/>
                <a:ea typeface="Arial" panose="020B0604020202020204" pitchFamily="34" charset="0"/>
                <a:cs typeface="Arial" panose="020B0604020202020204" pitchFamily="34" charset="0"/>
              </a:rPr>
              <a:t>AUTH</a:t>
            </a:r>
            <a:endParaRPr lang="en-US" sz="940" dirty="0"/>
          </a:p>
        </p:txBody>
      </p:sp>
      <p:sp>
        <p:nvSpPr>
          <p:cNvPr id="26" name="Text 24"/>
          <p:cNvSpPr/>
          <p:nvPr/>
        </p:nvSpPr>
        <p:spPr>
          <a:xfrm>
            <a:off x="1792224" y="5248656"/>
            <a:ext cx="3063240" cy="182880"/>
          </a:xfrm>
          <a:prstGeom prst="rect">
            <a:avLst/>
          </a:prstGeom>
          <a:noFill/>
        </p:spPr>
        <p:txBody>
          <a:bodyPr wrap="square" lIns="0" tIns="0" rIns="0" bIns="0" rtlCol="0" anchor="ctr"/>
          <a:lstStyle/>
          <a:p>
            <a:pPr marL="0" indent="0">
              <a:buNone/>
            </a:pPr>
            <a:r>
              <a:rPr lang="en-US" sz="1030" b="1" dirty="0">
                <a:solidFill>
                  <a:srgbClr val="12212F"/>
                </a:solidFill>
                <a:latin typeface="Arial" panose="020B0604020202020204" pitchFamily="34" charset="0"/>
                <a:ea typeface="Arial" panose="020B0604020202020204" pitchFamily="34" charset="0"/>
                <a:cs typeface="Arial" panose="020B0604020202020204" pitchFamily="34" charset="0"/>
              </a:rPr>
              <a:t>Authentication smoke tests</a:t>
            </a:r>
            <a:endParaRPr lang="en-US" sz="1030" dirty="0"/>
          </a:p>
        </p:txBody>
      </p:sp>
      <p:sp>
        <p:nvSpPr>
          <p:cNvPr id="27" name="Text 25"/>
          <p:cNvSpPr/>
          <p:nvPr/>
        </p:nvSpPr>
        <p:spPr>
          <a:xfrm>
            <a:off x="5093208" y="5248656"/>
            <a:ext cx="1097280" cy="182880"/>
          </a:xfrm>
          <a:prstGeom prst="rect">
            <a:avLst/>
          </a:prstGeom>
          <a:noFill/>
        </p:spPr>
        <p:txBody>
          <a:bodyPr wrap="square" lIns="0" tIns="0" rIns="0" bIns="0" rtlCol="0" anchor="ctr"/>
          <a:lstStyle/>
          <a:p>
            <a:pPr marL="0" indent="0" algn="r">
              <a:buNone/>
            </a:pPr>
            <a:r>
              <a:rPr lang="en-US" sz="890" b="1" dirty="0">
                <a:solidFill>
                  <a:srgbClr val="62B4FF"/>
                </a:solidFill>
                <a:latin typeface="Arial" panose="020B0604020202020204" pitchFamily="34" charset="0"/>
                <a:ea typeface="Arial" panose="020B0604020202020204" pitchFamily="34" charset="0"/>
                <a:cs typeface="Arial" panose="020B0604020202020204" pitchFamily="34" charset="0"/>
              </a:rPr>
              <a:t>2 smoke tests</a:t>
            </a:r>
            <a:endParaRPr lang="en-US" sz="890" dirty="0"/>
          </a:p>
        </p:txBody>
      </p:sp>
      <p:sp>
        <p:nvSpPr>
          <p:cNvPr id="28" name="Shape 26"/>
          <p:cNvSpPr/>
          <p:nvPr/>
        </p:nvSpPr>
        <p:spPr>
          <a:xfrm>
            <a:off x="7104888" y="2029968"/>
            <a:ext cx="4462272" cy="3931920"/>
          </a:xfrm>
          <a:prstGeom prst="roundRect">
            <a:avLst>
              <a:gd name="adj" fmla="val 2791"/>
            </a:avLst>
          </a:prstGeom>
          <a:solidFill>
            <a:srgbClr val="0B1F33"/>
          </a:solidFill>
          <a:ln w="12700">
            <a:solidFill>
              <a:srgbClr val="0B1F33">
                <a:alpha val="0"/>
              </a:srgbClr>
            </a:solidFill>
            <a:prstDash val="solid"/>
          </a:ln>
          <a:effectLst>
            <a:outerShdw blurRad="-2147483648" dist="-2147483648" dir="7" algn="bl" rotWithShape="0">
              <a:srgbClr val="000000">
                <a:alpha val="1"/>
              </a:srgbClr>
            </a:outerShdw>
          </a:effectLst>
        </p:spPr>
      </p:sp>
      <p:pic>
        <p:nvPicPr>
          <p:cNvPr id="29" name="Image 0" descr="preencoded.png"/>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7351776" y="2286000"/>
            <a:ext cx="237744" cy="237744"/>
          </a:xfrm>
          <a:prstGeom prst="rect">
            <a:avLst/>
          </a:prstGeom>
        </p:spPr>
      </p:pic>
      <p:sp>
        <p:nvSpPr>
          <p:cNvPr id="30" name="Text 27"/>
          <p:cNvSpPr/>
          <p:nvPr/>
        </p:nvSpPr>
        <p:spPr>
          <a:xfrm>
            <a:off x="7735824" y="2240280"/>
            <a:ext cx="1325880" cy="201168"/>
          </a:xfrm>
          <a:prstGeom prst="rect">
            <a:avLst/>
          </a:prstGeom>
          <a:noFill/>
        </p:spPr>
        <p:txBody>
          <a:bodyPr wrap="square" lIns="0" tIns="0" rIns="0" bIns="0" rtlCol="0" anchor="ctr"/>
          <a:lstStyle/>
          <a:p>
            <a:pPr marL="0" indent="0">
              <a:buNone/>
            </a:pPr>
            <a:r>
              <a:rPr lang="en-US" sz="940" b="1" kern="0" spc="80" dirty="0">
                <a:solidFill>
                  <a:srgbClr val="BFD0DC"/>
                </a:solidFill>
                <a:latin typeface="Arial" panose="020B0604020202020204" pitchFamily="34" charset="0"/>
                <a:ea typeface="Arial" panose="020B0604020202020204" pitchFamily="34" charset="0"/>
                <a:cs typeface="Arial" panose="020B0604020202020204" pitchFamily="34" charset="0"/>
              </a:rPr>
              <a:t>EXECUTION</a:t>
            </a:r>
            <a:endParaRPr lang="en-US" sz="940" dirty="0"/>
          </a:p>
        </p:txBody>
      </p:sp>
      <p:sp>
        <p:nvSpPr>
          <p:cNvPr id="31" name="Shape 28"/>
          <p:cNvSpPr/>
          <p:nvPr/>
        </p:nvSpPr>
        <p:spPr>
          <a:xfrm>
            <a:off x="7342632" y="2752344"/>
            <a:ext cx="3986784" cy="530352"/>
          </a:xfrm>
          <a:prstGeom prst="roundRect">
            <a:avLst>
              <a:gd name="adj" fmla="val 13793"/>
            </a:avLst>
          </a:prstGeom>
          <a:solidFill>
            <a:srgbClr val="10293B"/>
          </a:solidFill>
          <a:ln w="12700">
            <a:solidFill>
              <a:srgbClr val="10293B">
                <a:alpha val="0"/>
              </a:srgbClr>
            </a:solidFill>
            <a:prstDash val="solid"/>
          </a:ln>
        </p:spPr>
      </p:sp>
      <p:sp>
        <p:nvSpPr>
          <p:cNvPr id="32" name="Text 29"/>
          <p:cNvSpPr/>
          <p:nvPr/>
        </p:nvSpPr>
        <p:spPr>
          <a:xfrm>
            <a:off x="7571232" y="2916936"/>
            <a:ext cx="3529584" cy="164592"/>
          </a:xfrm>
          <a:prstGeom prst="rect">
            <a:avLst/>
          </a:prstGeom>
          <a:noFill/>
        </p:spPr>
        <p:txBody>
          <a:bodyPr wrap="square" lIns="0" tIns="0" rIns="0" bIns="0" rtlCol="0" anchor="ctr"/>
          <a:lstStyle/>
          <a:p>
            <a:pPr marL="0" indent="0">
              <a:buNone/>
            </a:pPr>
            <a:r>
              <a:rPr lang="en-US" sz="980" dirty="0">
                <a:solidFill>
                  <a:srgbClr val="D7E5ED"/>
                </a:solidFill>
                <a:latin typeface="Courier New" panose="02070309020205020404" pitchFamily="34" charset="0"/>
                <a:ea typeface="Courier New" panose="02070309020205020404" pitchFamily="34" charset="-122"/>
                <a:cs typeface="Courier New" panose="02070309020205020404" pitchFamily="34" charset="-120"/>
              </a:rPr>
              <a:t>pytest tests/e2e/tests -v</a:t>
            </a:r>
            <a:endParaRPr lang="en-US" sz="980" dirty="0"/>
          </a:p>
        </p:txBody>
      </p:sp>
      <p:pic>
        <p:nvPicPr>
          <p:cNvPr id="33" name="Image 1"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370064" y="3648456"/>
            <a:ext cx="228600" cy="228600"/>
          </a:xfrm>
          <a:prstGeom prst="rect">
            <a:avLst/>
          </a:prstGeom>
        </p:spPr>
      </p:pic>
      <p:sp>
        <p:nvSpPr>
          <p:cNvPr id="34" name="Text 30"/>
          <p:cNvSpPr/>
          <p:nvPr/>
        </p:nvSpPr>
        <p:spPr>
          <a:xfrm>
            <a:off x="7754112" y="3621024"/>
            <a:ext cx="3127248" cy="219456"/>
          </a:xfrm>
          <a:prstGeom prst="rect">
            <a:avLst/>
          </a:prstGeom>
          <a:noFill/>
        </p:spPr>
        <p:txBody>
          <a:bodyPr wrap="square" lIns="0" tIns="0" rIns="0" bIns="0" rtlCol="0" anchor="ctr"/>
          <a:lstStyle/>
          <a:p>
            <a:pPr marL="0" indent="0">
              <a:buNone/>
            </a:pPr>
            <a:r>
              <a:rPr lang="en-US" sz="1120" b="1" dirty="0">
                <a:solidFill>
                  <a:srgbClr val="FFFFFF"/>
                </a:solidFill>
                <a:latin typeface="Arial" panose="020B0604020202020204" pitchFamily="34" charset="0"/>
                <a:ea typeface="Arial" panose="020B0604020202020204" pitchFamily="34" charset="0"/>
                <a:cs typeface="Arial" panose="020B0604020202020204" pitchFamily="34" charset="0"/>
              </a:rPr>
              <a:t>Verified result: 6 passed, 0 failed</a:t>
            </a:r>
            <a:endParaRPr lang="en-US" sz="1120" dirty="0"/>
          </a:p>
        </p:txBody>
      </p:sp>
      <p:sp>
        <p:nvSpPr>
          <p:cNvPr id="35" name="Text 31"/>
          <p:cNvSpPr/>
          <p:nvPr/>
        </p:nvSpPr>
        <p:spPr>
          <a:xfrm>
            <a:off x="7360920" y="4096512"/>
            <a:ext cx="3666744" cy="1133856"/>
          </a:xfrm>
          <a:prstGeom prst="rect">
            <a:avLst/>
          </a:prstGeom>
          <a:noFill/>
        </p:spPr>
        <p:txBody>
          <a:bodyPr wrap="square" lIns="0" tIns="0" rIns="0" bIns="0" rtlCol="0" anchor="ctr">
            <a:normAutofit/>
          </a:bodyPr>
          <a:lstStyle/>
          <a:p>
            <a:pPr marL="0" indent="0">
              <a:buNone/>
            </a:pPr>
            <a:r>
              <a:rPr lang="en-US" sz="940" dirty="0">
                <a:solidFill>
                  <a:srgbClr val="BFD0DC"/>
                </a:solidFill>
                <a:latin typeface="Arial" panose="020B0604020202020204" pitchFamily="34" charset="0"/>
                <a:ea typeface="Arial" panose="020B0604020202020204" pitchFamily="34" charset="0"/>
                <a:cs typeface="Arial" panose="020B0604020202020204" pitchFamily="34" charset="0"/>
              </a:rPr>
              <a:t>Core paths covered:</a:t>
            </a:r>
            <a:endParaRPr lang="en-US" sz="940" dirty="0"/>
          </a:p>
          <a:p>
            <a:pPr marL="0" indent="0">
              <a:buNone/>
            </a:pPr>
            <a:r>
              <a:rPr lang="en-US" sz="940" dirty="0">
                <a:solidFill>
                  <a:srgbClr val="BFD0DC"/>
                </a:solidFill>
                <a:latin typeface="Arial" panose="020B0604020202020204" pitchFamily="34" charset="0"/>
                <a:ea typeface="Arial" panose="020B0604020202020204" pitchFamily="34" charset="0"/>
                <a:cs typeface="Arial" panose="020B0604020202020204" pitchFamily="34" charset="0"/>
              </a:rPr>
              <a:t>• valid trip → review step</a:t>
            </a:r>
            <a:endParaRPr lang="en-US" sz="940" dirty="0"/>
          </a:p>
          <a:p>
            <a:pPr marL="0" indent="0">
              <a:buNone/>
            </a:pPr>
            <a:r>
              <a:rPr lang="en-US" sz="940" dirty="0">
                <a:solidFill>
                  <a:srgbClr val="BFD0DC"/>
                </a:solidFill>
                <a:latin typeface="Arial" panose="020B0604020202020204" pitchFamily="34" charset="0"/>
                <a:ea typeface="Arial" panose="020B0604020202020204" pitchFamily="34" charset="0"/>
                <a:cs typeface="Arial" panose="020B0604020202020204" pitchFamily="34" charset="0"/>
              </a:rPr>
              <a:t>• invalid date order blocked</a:t>
            </a:r>
            <a:endParaRPr lang="en-US" sz="940" dirty="0"/>
          </a:p>
          <a:p>
            <a:pPr marL="0" indent="0">
              <a:buNone/>
            </a:pPr>
            <a:r>
              <a:rPr lang="en-US" sz="940" dirty="0">
                <a:solidFill>
                  <a:srgbClr val="BFD0DC"/>
                </a:solidFill>
                <a:latin typeface="Arial" panose="020B0604020202020204" pitchFamily="34" charset="0"/>
                <a:ea typeface="Arial" panose="020B0604020202020204" pitchFamily="34" charset="0"/>
                <a:cs typeface="Arial" panose="020B0604020202020204" pitchFamily="34" charset="0"/>
              </a:rPr>
              <a:t>• AI itinerary preview generated</a:t>
            </a:r>
            <a:endParaRPr lang="en-US" sz="940" dirty="0"/>
          </a:p>
          <a:p>
            <a:pPr marL="0" indent="0">
              <a:buNone/>
            </a:pPr>
            <a:r>
              <a:rPr lang="en-US" sz="940" dirty="0">
                <a:solidFill>
                  <a:srgbClr val="BFD0DC"/>
                </a:solidFill>
                <a:latin typeface="Arial" panose="020B0604020202020204" pitchFamily="34" charset="0"/>
                <a:ea typeface="Arial" panose="020B0604020202020204" pitchFamily="34" charset="0"/>
                <a:cs typeface="Arial" panose="020B0604020202020204" pitchFamily="34" charset="0"/>
              </a:rPr>
              <a:t>• blank itinerary saved successfully</a:t>
            </a:r>
            <a:endParaRPr lang="en-US" sz="940" dirty="0"/>
          </a:p>
        </p:txBody>
      </p:sp>
      <p:sp>
        <p:nvSpPr>
          <p:cNvPr id="36" name="Shape 32"/>
          <p:cNvSpPr/>
          <p:nvPr/>
        </p:nvSpPr>
        <p:spPr>
          <a:xfrm>
            <a:off x="7342632" y="5404104"/>
            <a:ext cx="3986784" cy="338328"/>
          </a:xfrm>
          <a:prstGeom prst="roundRect">
            <a:avLst>
              <a:gd name="adj" fmla="val 21622"/>
            </a:avLst>
          </a:prstGeom>
          <a:solidFill>
            <a:srgbClr val="173B45"/>
          </a:solidFill>
          <a:ln w="12700">
            <a:solidFill>
              <a:srgbClr val="173B45">
                <a:alpha val="0"/>
              </a:srgbClr>
            </a:solidFill>
            <a:prstDash val="solid"/>
          </a:ln>
        </p:spPr>
      </p:sp>
      <p:sp>
        <p:nvSpPr>
          <p:cNvPr id="37" name="Text 33"/>
          <p:cNvSpPr/>
          <p:nvPr/>
        </p:nvSpPr>
        <p:spPr>
          <a:xfrm>
            <a:off x="7534656" y="5504688"/>
            <a:ext cx="3602736" cy="146304"/>
          </a:xfrm>
          <a:prstGeom prst="rect">
            <a:avLst/>
          </a:prstGeom>
          <a:noFill/>
        </p:spPr>
        <p:txBody>
          <a:bodyPr wrap="square" lIns="0" tIns="0" rIns="0" bIns="0" rtlCol="0" anchor="ctr"/>
          <a:lstStyle/>
          <a:p>
            <a:pPr marL="0" indent="0" algn="ctr">
              <a:buNone/>
            </a:pPr>
            <a:r>
              <a:rPr lang="en-US" sz="870" b="1" dirty="0">
                <a:solidFill>
                  <a:srgbClr val="9CE2C0"/>
                </a:solidFill>
                <a:latin typeface="Arial" panose="020B0604020202020204" pitchFamily="34" charset="0"/>
                <a:ea typeface="Arial" panose="020B0604020202020204" pitchFamily="34" charset="0"/>
                <a:cs typeface="Arial" panose="020B0604020202020204" pitchFamily="34" charset="0"/>
              </a:rPr>
              <a:t>E2E workflow is stable in the verified local run.</a:t>
            </a:r>
            <a:endParaRPr lang="en-US" sz="870" dirty="0"/>
          </a:p>
        </p:txBody>
      </p:sp>
      <p:sp>
        <p:nvSpPr>
          <p:cNvPr id="38" name="Text 34"/>
          <p:cNvSpPr/>
          <p:nvPr/>
        </p:nvSpPr>
        <p:spPr>
          <a:xfrm>
            <a:off x="7498080" y="6419088"/>
            <a:ext cx="3657600" cy="164592"/>
          </a:xfrm>
          <a:prstGeom prst="rect">
            <a:avLst/>
          </a:prstGeom>
          <a:noFill/>
        </p:spPr>
        <p:txBody>
          <a:bodyPr wrap="square" lIns="0" tIns="0" rIns="0" bIns="0" rtlCol="0" anchor="ctr"/>
          <a:lstStyle/>
          <a:p>
            <a:pPr marL="0" indent="0" algn="r">
              <a:buNone/>
            </a:pPr>
            <a:r>
              <a:rPr lang="en-US" sz="720" dirty="0">
                <a:solidFill>
                  <a:srgbClr val="82909D"/>
                </a:solidFill>
                <a:latin typeface="Arial" panose="020B0604020202020204" pitchFamily="34" charset="0"/>
                <a:ea typeface="Arial" panose="020B0604020202020204" pitchFamily="34" charset="0"/>
                <a:cs typeface="Arial" panose="020B0604020202020204" pitchFamily="34" charset="0"/>
              </a:rPr>
              <a:t>Source: PA5 Automated Testing Report (2026-09-02)</a:t>
            </a:r>
            <a:endParaRPr lang="en-US" sz="720" dirty="0"/>
          </a:p>
        </p:txBody>
      </p:sp>
      <p:sp>
        <p:nvSpPr>
          <p:cNvPr id="39" name="Slide Number Placeholder 0"/>
          <p:cNvSpPr>
            <a:spLocks noGrp="1"/>
          </p:cNvSpPr>
          <p:nvPr>
            <p:ph type="sldNum" sz="quarter" idx="4294967295"/>
          </p:nvPr>
        </p:nvSpPr>
        <p:spPr>
          <a:xfrm>
            <a:off x="11384280" y="6409944"/>
            <a:ext cx="347472" cy="164592"/>
          </a:xfrm>
          <a:prstGeom prst="rect">
            <a:avLst/>
          </a:prstGeom>
        </p:spPr>
        <p:txBody>
          <a:bodyPr lIns="0" tIns="0" rIns="0" bIns="0"/>
          <a:lstStyle>
            <a:lvl1pPr>
              <a:defRPr sz="750">
                <a:solidFill>
                  <a:srgbClr val="687584"/>
                </a:solidFill>
                <a:latin typeface="Noto Sans"/>
                <a:ea typeface="Noto Sans"/>
                <a:cs typeface="Noto Sans"/>
              </a:defRPr>
            </a:lvl1pPr>
          </a:lstStyle>
          <a:p>
            <a:pPr algn="r"/>
            <a:fld id="{F7021451-1387-4CA6-816F-3879F97B5CBC}" type="slidenum">
              <a:rPr lang="en-US" b="0"/>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66928" y="411480"/>
            <a:ext cx="3931920" cy="201168"/>
          </a:xfrm>
          <a:prstGeom prst="rect">
            <a:avLst/>
          </a:prstGeom>
          <a:noFill/>
        </p:spPr>
        <p:txBody>
          <a:bodyPr wrap="square" lIns="0" tIns="0" rIns="0" bIns="0" rtlCol="0" anchor="ctr"/>
          <a:lstStyle/>
          <a:p>
            <a:pPr marL="0" indent="0">
              <a:buNone/>
            </a:pPr>
            <a:r>
              <a:rPr lang="en-US" sz="1000" b="1" kern="0" spc="110" dirty="0">
                <a:solidFill>
                  <a:srgbClr val="FF6B3D"/>
                </a:solidFill>
                <a:latin typeface="Arial" panose="020B0604020202020204" pitchFamily="34" charset="0"/>
                <a:ea typeface="Arial" panose="020B0604020202020204" pitchFamily="34" charset="0"/>
                <a:cs typeface="Arial" panose="020B0604020202020204" pitchFamily="34" charset="0"/>
              </a:rPr>
              <a:t>DEMO</a:t>
            </a:r>
            <a:endParaRPr lang="en-US" sz="1000" dirty="0"/>
          </a:p>
        </p:txBody>
      </p:sp>
      <p:sp>
        <p:nvSpPr>
          <p:cNvPr id="3" name="Text 1"/>
          <p:cNvSpPr/>
          <p:nvPr/>
        </p:nvSpPr>
        <p:spPr>
          <a:xfrm>
            <a:off x="566928" y="713232"/>
            <a:ext cx="10835640" cy="548640"/>
          </a:xfrm>
          <a:prstGeom prst="rect">
            <a:avLst/>
          </a:prstGeom>
          <a:noFill/>
        </p:spPr>
        <p:txBody>
          <a:bodyPr wrap="square" lIns="0" tIns="0" rIns="0" bIns="0" rtlCol="0" anchor="ctr"/>
          <a:lstStyle/>
          <a:p>
            <a:pPr marL="0" indent="0">
              <a:buNone/>
            </a:pPr>
            <a:r>
              <a:rPr lang="en-US" sz="2700" b="1" dirty="0">
                <a:solidFill>
                  <a:srgbClr val="12212F"/>
                </a:solidFill>
                <a:latin typeface="Arial" panose="020B0604020202020204" pitchFamily="34" charset="0"/>
                <a:ea typeface="Arial" panose="020B0604020202020204" pitchFamily="34" charset="0"/>
                <a:cs typeface="Arial" panose="020B0604020202020204" pitchFamily="34" charset="0"/>
              </a:rPr>
              <a:t>Demo Preparation</a:t>
            </a:r>
            <a:endParaRPr lang="en-US" sz="2700" dirty="0"/>
          </a:p>
        </p:txBody>
      </p:sp>
      <p:sp>
        <p:nvSpPr>
          <p:cNvPr id="4" name="Text 2"/>
          <p:cNvSpPr/>
          <p:nvPr/>
        </p:nvSpPr>
        <p:spPr>
          <a:xfrm>
            <a:off x="566928" y="1316736"/>
            <a:ext cx="10515600" cy="420624"/>
          </a:xfrm>
          <a:prstGeom prst="rect">
            <a:avLst/>
          </a:prstGeom>
          <a:noFill/>
        </p:spPr>
        <p:txBody>
          <a:bodyPr wrap="square" lIns="0" tIns="0" rIns="0" bIns="0" rtlCol="0" anchor="ctr"/>
          <a:lstStyle/>
          <a:p>
            <a:pPr marL="0" indent="0">
              <a:buNone/>
            </a:pPr>
            <a:r>
              <a:rPr lang="en-US" sz="1300" dirty="0">
                <a:solidFill>
                  <a:srgbClr val="687584"/>
                </a:solidFill>
                <a:latin typeface="Arial" panose="020B0604020202020204" pitchFamily="34" charset="0"/>
                <a:ea typeface="Arial" panose="020B0604020202020204" pitchFamily="34" charset="0"/>
                <a:cs typeface="Arial" panose="020B0604020202020204" pitchFamily="34" charset="0"/>
              </a:rPr>
              <a:t>Key scenario: create a trip and generate an AI itinerary end-to-end.</a:t>
            </a:r>
            <a:endParaRPr lang="en-US" sz="1300" dirty="0"/>
          </a:p>
        </p:txBody>
      </p:sp>
      <p:sp>
        <p:nvSpPr>
          <p:cNvPr id="5" name="Shape 3"/>
          <p:cNvSpPr/>
          <p:nvPr/>
        </p:nvSpPr>
        <p:spPr>
          <a:xfrm>
            <a:off x="658368" y="1993392"/>
            <a:ext cx="1389888" cy="329184"/>
          </a:xfrm>
          <a:prstGeom prst="roundRect">
            <a:avLst>
              <a:gd name="adj" fmla="val 50000"/>
            </a:avLst>
          </a:prstGeom>
          <a:solidFill>
            <a:srgbClr val="FFE9DE"/>
          </a:solidFill>
          <a:ln w="12700">
            <a:solidFill>
              <a:srgbClr val="FFE9DE">
                <a:alpha val="0"/>
              </a:srgbClr>
            </a:solidFill>
            <a:prstDash val="solid"/>
          </a:ln>
        </p:spPr>
      </p:sp>
      <p:pic>
        <p:nvPicPr>
          <p:cNvPr id="6" name="Image 0" descr="preencoded.png"/>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768096" y="2075688"/>
            <a:ext cx="146304" cy="146304"/>
          </a:xfrm>
          <a:prstGeom prst="rect">
            <a:avLst/>
          </a:prstGeom>
        </p:spPr>
      </p:pic>
      <p:sp>
        <p:nvSpPr>
          <p:cNvPr id="7" name="Text 4"/>
          <p:cNvSpPr/>
          <p:nvPr/>
        </p:nvSpPr>
        <p:spPr>
          <a:xfrm>
            <a:off x="960120" y="2066544"/>
            <a:ext cx="996696" cy="164592"/>
          </a:xfrm>
          <a:prstGeom prst="rect">
            <a:avLst/>
          </a:prstGeom>
          <a:noFill/>
        </p:spPr>
        <p:txBody>
          <a:bodyPr wrap="square" lIns="0" tIns="0" rIns="0" bIns="0" rtlCol="0" anchor="ctr"/>
          <a:lstStyle/>
          <a:p>
            <a:pPr marL="0" indent="0">
              <a:buNone/>
            </a:pPr>
            <a:r>
              <a:rPr lang="en-US" sz="940" b="1" dirty="0">
                <a:solidFill>
                  <a:srgbClr val="FF6B3D"/>
                </a:solidFill>
                <a:latin typeface="Arial" panose="020B0604020202020204" pitchFamily="34" charset="0"/>
                <a:ea typeface="Arial" panose="020B0604020202020204" pitchFamily="34" charset="0"/>
                <a:cs typeface="Arial" panose="020B0604020202020204" pitchFamily="34" charset="0"/>
              </a:rPr>
              <a:t>LIVE SCENARIO</a:t>
            </a:r>
            <a:endParaRPr lang="en-US" sz="940" dirty="0"/>
          </a:p>
        </p:txBody>
      </p:sp>
      <p:sp>
        <p:nvSpPr>
          <p:cNvPr id="8" name="Shape 5"/>
          <p:cNvSpPr/>
          <p:nvPr/>
        </p:nvSpPr>
        <p:spPr>
          <a:xfrm>
            <a:off x="658368" y="2660904"/>
            <a:ext cx="2487168" cy="2578608"/>
          </a:xfrm>
          <a:prstGeom prst="roundRect">
            <a:avLst>
              <a:gd name="adj" fmla="val 4779"/>
            </a:avLst>
          </a:prstGeom>
          <a:solidFill>
            <a:srgbClr val="FFFFFF"/>
          </a:solidFill>
          <a:ln w="12700">
            <a:solidFill>
              <a:srgbClr val="E1E6E9"/>
            </a:solidFill>
            <a:prstDash val="solid"/>
          </a:ln>
          <a:effectLst>
            <a:outerShdw blurRad="-2147483648" dist="-2147483648" dir="4" algn="bl" rotWithShape="0">
              <a:srgbClr val="000000">
                <a:alpha val="1"/>
              </a:srgbClr>
            </a:outerShdw>
          </a:effectLst>
        </p:spPr>
      </p:sp>
      <p:sp>
        <p:nvSpPr>
          <p:cNvPr id="9" name="Shape 6"/>
          <p:cNvSpPr/>
          <p:nvPr/>
        </p:nvSpPr>
        <p:spPr>
          <a:xfrm>
            <a:off x="822960" y="2907792"/>
            <a:ext cx="457200" cy="457200"/>
          </a:xfrm>
          <a:prstGeom prst="ellipse">
            <a:avLst/>
          </a:prstGeom>
          <a:solidFill>
            <a:srgbClr val="FFE9DE"/>
          </a:solidFill>
          <a:ln w="17780">
            <a:solidFill>
              <a:srgbClr val="FF6B3D"/>
            </a:solidFill>
            <a:prstDash val="solid"/>
          </a:ln>
        </p:spPr>
      </p:sp>
      <p:sp>
        <p:nvSpPr>
          <p:cNvPr id="10" name="Text 7"/>
          <p:cNvSpPr/>
          <p:nvPr/>
        </p:nvSpPr>
        <p:spPr>
          <a:xfrm>
            <a:off x="822960" y="3026664"/>
            <a:ext cx="457200" cy="164592"/>
          </a:xfrm>
          <a:prstGeom prst="rect">
            <a:avLst/>
          </a:prstGeom>
          <a:noFill/>
        </p:spPr>
        <p:txBody>
          <a:bodyPr wrap="square" lIns="0" tIns="0" rIns="0" bIns="0" rtlCol="0" anchor="ctr"/>
          <a:lstStyle/>
          <a:p>
            <a:pPr marL="0" indent="0" algn="ctr">
              <a:buNone/>
            </a:pPr>
            <a:r>
              <a:rPr lang="en-US" sz="1140" b="1" dirty="0">
                <a:solidFill>
                  <a:srgbClr val="FF6B3D"/>
                </a:solidFill>
                <a:latin typeface="Arial" panose="020B0604020202020204" pitchFamily="34" charset="0"/>
                <a:ea typeface="Arial" panose="020B0604020202020204" pitchFamily="34" charset="0"/>
                <a:cs typeface="Arial" panose="020B0604020202020204" pitchFamily="34" charset="0"/>
              </a:rPr>
              <a:t>1</a:t>
            </a:r>
            <a:endParaRPr lang="en-US" sz="1140" dirty="0"/>
          </a:p>
        </p:txBody>
      </p:sp>
      <p:pic>
        <p:nvPicPr>
          <p:cNvPr id="11" name="Image 1"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2231136" y="2944368"/>
            <a:ext cx="329184" cy="329184"/>
          </a:xfrm>
          <a:prstGeom prst="rect">
            <a:avLst/>
          </a:prstGeom>
        </p:spPr>
      </p:pic>
      <p:sp>
        <p:nvSpPr>
          <p:cNvPr id="12" name="Text 8"/>
          <p:cNvSpPr/>
          <p:nvPr/>
        </p:nvSpPr>
        <p:spPr>
          <a:xfrm>
            <a:off x="850392" y="3721608"/>
            <a:ext cx="2029968" cy="438912"/>
          </a:xfrm>
          <a:prstGeom prst="rect">
            <a:avLst/>
          </a:prstGeom>
          <a:noFill/>
        </p:spPr>
        <p:txBody>
          <a:bodyPr wrap="square" lIns="0" tIns="0" rIns="0" bIns="0" rtlCol="0" anchor="ctr">
            <a:normAutofit/>
          </a:bodyPr>
          <a:lstStyle/>
          <a:p>
            <a:pPr marL="0" indent="0">
              <a:buNone/>
            </a:pPr>
            <a:r>
              <a:rPr lang="en-US" sz="1420" b="1" dirty="0">
                <a:solidFill>
                  <a:srgbClr val="12212F"/>
                </a:solidFill>
                <a:latin typeface="Arial" panose="020B0604020202020204" pitchFamily="34" charset="0"/>
                <a:ea typeface="Arial" panose="020B0604020202020204" pitchFamily="34" charset="0"/>
                <a:cs typeface="Arial" panose="020B0604020202020204" pitchFamily="34" charset="0"/>
              </a:rPr>
              <a:t>Login to Wandora</a:t>
            </a:r>
            <a:endParaRPr lang="en-US" sz="1420" dirty="0"/>
          </a:p>
        </p:txBody>
      </p:sp>
      <p:sp>
        <p:nvSpPr>
          <p:cNvPr id="13" name="Text 9"/>
          <p:cNvSpPr/>
          <p:nvPr/>
        </p:nvSpPr>
        <p:spPr>
          <a:xfrm>
            <a:off x="850392" y="4343400"/>
            <a:ext cx="2029968" cy="512064"/>
          </a:xfrm>
          <a:prstGeom prst="rect">
            <a:avLst/>
          </a:prstGeom>
          <a:noFill/>
        </p:spPr>
        <p:txBody>
          <a:bodyPr wrap="square" lIns="0" tIns="0" rIns="0" bIns="0" rtlCol="0" anchor="ctr">
            <a:normAutofit/>
          </a:bodyPr>
          <a:lstStyle/>
          <a:p>
            <a:pPr marL="0" indent="0">
              <a:buNone/>
            </a:pPr>
            <a:r>
              <a:rPr lang="en-US" sz="980" dirty="0">
                <a:solidFill>
                  <a:srgbClr val="687584"/>
                </a:solidFill>
                <a:latin typeface="Arial" panose="020B0604020202020204" pitchFamily="34" charset="0"/>
                <a:ea typeface="Arial" panose="020B0604020202020204" pitchFamily="34" charset="0"/>
                <a:cs typeface="Arial" panose="020B0604020202020204" pitchFamily="34" charset="0"/>
              </a:rPr>
              <a:t>Authenticate and access the workspace</a:t>
            </a:r>
            <a:endParaRPr lang="en-US" sz="980" dirty="0"/>
          </a:p>
        </p:txBody>
      </p:sp>
      <p:sp>
        <p:nvSpPr>
          <p:cNvPr id="14" name="Shape 10"/>
          <p:cNvSpPr/>
          <p:nvPr/>
        </p:nvSpPr>
        <p:spPr>
          <a:xfrm>
            <a:off x="3145536" y="3822192"/>
            <a:ext cx="329184" cy="0"/>
          </a:xfrm>
          <a:prstGeom prst="line">
            <a:avLst/>
          </a:prstGeom>
          <a:noFill/>
          <a:ln w="21590">
            <a:solidFill>
              <a:srgbClr val="BEC8CF"/>
            </a:solidFill>
            <a:prstDash val="solid"/>
            <a:tailEnd type="triangle"/>
          </a:ln>
        </p:spPr>
      </p:sp>
      <p:sp>
        <p:nvSpPr>
          <p:cNvPr id="15" name="Shape 11"/>
          <p:cNvSpPr/>
          <p:nvPr/>
        </p:nvSpPr>
        <p:spPr>
          <a:xfrm>
            <a:off x="3474720" y="2660904"/>
            <a:ext cx="2487168" cy="2578608"/>
          </a:xfrm>
          <a:prstGeom prst="roundRect">
            <a:avLst>
              <a:gd name="adj" fmla="val 4779"/>
            </a:avLst>
          </a:prstGeom>
          <a:solidFill>
            <a:srgbClr val="FFFFFF"/>
          </a:solidFill>
          <a:ln w="12700">
            <a:solidFill>
              <a:srgbClr val="E1E6E9"/>
            </a:solidFill>
            <a:prstDash val="solid"/>
          </a:ln>
          <a:effectLst>
            <a:outerShdw blurRad="-2147483648" dist="-2147483648" dir="2" algn="bl" rotWithShape="0">
              <a:srgbClr val="000000">
                <a:alpha val="1"/>
              </a:srgbClr>
            </a:outerShdw>
          </a:effectLst>
        </p:spPr>
      </p:sp>
      <p:sp>
        <p:nvSpPr>
          <p:cNvPr id="16" name="Shape 12"/>
          <p:cNvSpPr/>
          <p:nvPr/>
        </p:nvSpPr>
        <p:spPr>
          <a:xfrm>
            <a:off x="3639312" y="2907792"/>
            <a:ext cx="457200" cy="457200"/>
          </a:xfrm>
          <a:prstGeom prst="ellipse">
            <a:avLst/>
          </a:prstGeom>
          <a:solidFill>
            <a:srgbClr val="DDF5F1"/>
          </a:solidFill>
          <a:ln w="17780">
            <a:solidFill>
              <a:srgbClr val="1BB5A8"/>
            </a:solidFill>
            <a:prstDash val="solid"/>
          </a:ln>
        </p:spPr>
      </p:sp>
      <p:sp>
        <p:nvSpPr>
          <p:cNvPr id="17" name="Text 13"/>
          <p:cNvSpPr/>
          <p:nvPr/>
        </p:nvSpPr>
        <p:spPr>
          <a:xfrm>
            <a:off x="3639312" y="3026664"/>
            <a:ext cx="457200" cy="164592"/>
          </a:xfrm>
          <a:prstGeom prst="rect">
            <a:avLst/>
          </a:prstGeom>
          <a:noFill/>
        </p:spPr>
        <p:txBody>
          <a:bodyPr wrap="square" lIns="0" tIns="0" rIns="0" bIns="0" rtlCol="0" anchor="ctr"/>
          <a:lstStyle/>
          <a:p>
            <a:pPr marL="0" indent="0" algn="ctr">
              <a:buNone/>
            </a:pPr>
            <a:r>
              <a:rPr lang="en-US" sz="1140" b="1" dirty="0">
                <a:solidFill>
                  <a:srgbClr val="1BB5A8"/>
                </a:solidFill>
                <a:latin typeface="Arial" panose="020B0604020202020204" pitchFamily="34" charset="0"/>
                <a:ea typeface="Arial" panose="020B0604020202020204" pitchFamily="34" charset="0"/>
                <a:cs typeface="Arial" panose="020B0604020202020204" pitchFamily="34" charset="0"/>
              </a:rPr>
              <a:t>2</a:t>
            </a:r>
            <a:endParaRPr lang="en-US" sz="1140" dirty="0"/>
          </a:p>
        </p:txBody>
      </p:sp>
      <p:pic>
        <p:nvPicPr>
          <p:cNvPr id="18" name="Image 2" descr="preencoded.png"/>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5047488" y="2944368"/>
            <a:ext cx="329184" cy="329184"/>
          </a:xfrm>
          <a:prstGeom prst="rect">
            <a:avLst/>
          </a:prstGeom>
        </p:spPr>
      </p:pic>
      <p:sp>
        <p:nvSpPr>
          <p:cNvPr id="19" name="Text 14"/>
          <p:cNvSpPr/>
          <p:nvPr/>
        </p:nvSpPr>
        <p:spPr>
          <a:xfrm>
            <a:off x="3666744" y="3721608"/>
            <a:ext cx="2029968" cy="438912"/>
          </a:xfrm>
          <a:prstGeom prst="rect">
            <a:avLst/>
          </a:prstGeom>
          <a:noFill/>
        </p:spPr>
        <p:txBody>
          <a:bodyPr wrap="square" lIns="0" tIns="0" rIns="0" bIns="0" rtlCol="0" anchor="ctr">
            <a:normAutofit/>
          </a:bodyPr>
          <a:lstStyle/>
          <a:p>
            <a:pPr marL="0" indent="0">
              <a:buNone/>
            </a:pPr>
            <a:r>
              <a:rPr lang="en-US" sz="1420" b="1" dirty="0">
                <a:solidFill>
                  <a:srgbClr val="12212F"/>
                </a:solidFill>
                <a:latin typeface="Arial" panose="020B0604020202020204" pitchFamily="34" charset="0"/>
                <a:ea typeface="Arial" panose="020B0604020202020204" pitchFamily="34" charset="0"/>
                <a:cs typeface="Arial" panose="020B0604020202020204" pitchFamily="34" charset="0"/>
              </a:rPr>
              <a:t>Create a new trip</a:t>
            </a:r>
            <a:endParaRPr lang="en-US" sz="1420" dirty="0"/>
          </a:p>
        </p:txBody>
      </p:sp>
      <p:sp>
        <p:nvSpPr>
          <p:cNvPr id="20" name="Text 15"/>
          <p:cNvSpPr/>
          <p:nvPr/>
        </p:nvSpPr>
        <p:spPr>
          <a:xfrm>
            <a:off x="3666744" y="4343400"/>
            <a:ext cx="2029968" cy="512064"/>
          </a:xfrm>
          <a:prstGeom prst="rect">
            <a:avLst/>
          </a:prstGeom>
          <a:noFill/>
        </p:spPr>
        <p:txBody>
          <a:bodyPr wrap="square" lIns="0" tIns="0" rIns="0" bIns="0" rtlCol="0" anchor="ctr">
            <a:normAutofit/>
          </a:bodyPr>
          <a:lstStyle/>
          <a:p>
            <a:pPr marL="0" indent="0">
              <a:buNone/>
            </a:pPr>
            <a:r>
              <a:rPr lang="en-US" sz="980" dirty="0">
                <a:solidFill>
                  <a:srgbClr val="687584"/>
                </a:solidFill>
                <a:latin typeface="Arial" panose="020B0604020202020204" pitchFamily="34" charset="0"/>
                <a:ea typeface="Arial" panose="020B0604020202020204" pitchFamily="34" charset="0"/>
                <a:cs typeface="Arial" panose="020B0604020202020204" pitchFamily="34" charset="0"/>
              </a:rPr>
              <a:t>Destination • dates • budget</a:t>
            </a:r>
            <a:endParaRPr lang="en-US" sz="980" dirty="0"/>
          </a:p>
        </p:txBody>
      </p:sp>
      <p:sp>
        <p:nvSpPr>
          <p:cNvPr id="21" name="Shape 16"/>
          <p:cNvSpPr/>
          <p:nvPr/>
        </p:nvSpPr>
        <p:spPr>
          <a:xfrm>
            <a:off x="5961888" y="3822192"/>
            <a:ext cx="329184" cy="0"/>
          </a:xfrm>
          <a:prstGeom prst="line">
            <a:avLst/>
          </a:prstGeom>
          <a:noFill/>
          <a:ln w="21590">
            <a:solidFill>
              <a:srgbClr val="BEC8CF"/>
            </a:solidFill>
            <a:prstDash val="solid"/>
            <a:tailEnd type="triangle"/>
          </a:ln>
        </p:spPr>
      </p:sp>
      <p:sp>
        <p:nvSpPr>
          <p:cNvPr id="22" name="Shape 17"/>
          <p:cNvSpPr/>
          <p:nvPr/>
        </p:nvSpPr>
        <p:spPr>
          <a:xfrm>
            <a:off x="6291072" y="2660904"/>
            <a:ext cx="2487168" cy="2578608"/>
          </a:xfrm>
          <a:prstGeom prst="roundRect">
            <a:avLst>
              <a:gd name="adj" fmla="val 4779"/>
            </a:avLst>
          </a:prstGeom>
          <a:solidFill>
            <a:srgbClr val="FFFFFF"/>
          </a:solidFill>
          <a:ln w="12700">
            <a:solidFill>
              <a:srgbClr val="E1E6E9"/>
            </a:solidFill>
            <a:prstDash val="solid"/>
          </a:ln>
          <a:effectLst>
            <a:outerShdw blurRad="-2147483648" dist="-2147483648" dir="1" algn="bl" rotWithShape="0">
              <a:srgbClr val="000000">
                <a:alpha val="1"/>
              </a:srgbClr>
            </a:outerShdw>
          </a:effectLst>
        </p:spPr>
      </p:sp>
      <p:sp>
        <p:nvSpPr>
          <p:cNvPr id="23" name="Shape 18"/>
          <p:cNvSpPr/>
          <p:nvPr/>
        </p:nvSpPr>
        <p:spPr>
          <a:xfrm>
            <a:off x="6455664" y="2907792"/>
            <a:ext cx="457200" cy="457200"/>
          </a:xfrm>
          <a:prstGeom prst="ellipse">
            <a:avLst/>
          </a:prstGeom>
          <a:solidFill>
            <a:srgbClr val="E5F2FF"/>
          </a:solidFill>
          <a:ln w="17780">
            <a:solidFill>
              <a:srgbClr val="62B4FF"/>
            </a:solidFill>
            <a:prstDash val="solid"/>
          </a:ln>
        </p:spPr>
      </p:sp>
      <p:sp>
        <p:nvSpPr>
          <p:cNvPr id="24" name="Text 19"/>
          <p:cNvSpPr/>
          <p:nvPr/>
        </p:nvSpPr>
        <p:spPr>
          <a:xfrm>
            <a:off x="6455664" y="3026664"/>
            <a:ext cx="457200" cy="164592"/>
          </a:xfrm>
          <a:prstGeom prst="rect">
            <a:avLst/>
          </a:prstGeom>
          <a:noFill/>
        </p:spPr>
        <p:txBody>
          <a:bodyPr wrap="square" lIns="0" tIns="0" rIns="0" bIns="0" rtlCol="0" anchor="ctr"/>
          <a:lstStyle/>
          <a:p>
            <a:pPr marL="0" indent="0" algn="ctr">
              <a:buNone/>
            </a:pPr>
            <a:r>
              <a:rPr lang="en-US" sz="1140" b="1" dirty="0">
                <a:solidFill>
                  <a:srgbClr val="62B4FF"/>
                </a:solidFill>
                <a:latin typeface="Arial" panose="020B0604020202020204" pitchFamily="34" charset="0"/>
                <a:ea typeface="Arial" panose="020B0604020202020204" pitchFamily="34" charset="0"/>
                <a:cs typeface="Arial" panose="020B0604020202020204" pitchFamily="34" charset="0"/>
              </a:rPr>
              <a:t>3</a:t>
            </a:r>
            <a:endParaRPr lang="en-US" sz="1140" dirty="0"/>
          </a:p>
        </p:txBody>
      </p:sp>
      <p:pic>
        <p:nvPicPr>
          <p:cNvPr id="25" name="Image 3" descr="preencoded.png"/>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7863840" y="2944368"/>
            <a:ext cx="329184" cy="329184"/>
          </a:xfrm>
          <a:prstGeom prst="rect">
            <a:avLst/>
          </a:prstGeom>
        </p:spPr>
      </p:pic>
      <p:sp>
        <p:nvSpPr>
          <p:cNvPr id="26" name="Text 20"/>
          <p:cNvSpPr/>
          <p:nvPr/>
        </p:nvSpPr>
        <p:spPr>
          <a:xfrm>
            <a:off x="6483096" y="3721608"/>
            <a:ext cx="2029968" cy="438912"/>
          </a:xfrm>
          <a:prstGeom prst="rect">
            <a:avLst/>
          </a:prstGeom>
          <a:noFill/>
        </p:spPr>
        <p:txBody>
          <a:bodyPr wrap="square" lIns="0" tIns="0" rIns="0" bIns="0" rtlCol="0" anchor="ctr">
            <a:normAutofit/>
          </a:bodyPr>
          <a:lstStyle/>
          <a:p>
            <a:pPr marL="0" indent="0">
              <a:buNone/>
            </a:pPr>
            <a:r>
              <a:rPr lang="en-US" sz="1420" b="1" dirty="0">
                <a:solidFill>
                  <a:srgbClr val="12212F"/>
                </a:solidFill>
                <a:latin typeface="Arial" panose="020B0604020202020204" pitchFamily="34" charset="0"/>
                <a:ea typeface="Arial" panose="020B0604020202020204" pitchFamily="34" charset="0"/>
                <a:cs typeface="Arial" panose="020B0604020202020204" pitchFamily="34" charset="0"/>
              </a:rPr>
              <a:t>Trigger GenAI</a:t>
            </a:r>
            <a:endParaRPr lang="en-US" sz="1420" dirty="0"/>
          </a:p>
        </p:txBody>
      </p:sp>
      <p:sp>
        <p:nvSpPr>
          <p:cNvPr id="27" name="Text 21"/>
          <p:cNvSpPr/>
          <p:nvPr/>
        </p:nvSpPr>
        <p:spPr>
          <a:xfrm>
            <a:off x="6483096" y="4343400"/>
            <a:ext cx="2029968" cy="512064"/>
          </a:xfrm>
          <a:prstGeom prst="rect">
            <a:avLst/>
          </a:prstGeom>
          <a:noFill/>
        </p:spPr>
        <p:txBody>
          <a:bodyPr wrap="square" lIns="0" tIns="0" rIns="0" bIns="0" rtlCol="0" anchor="ctr">
            <a:normAutofit/>
          </a:bodyPr>
          <a:lstStyle/>
          <a:p>
            <a:pPr marL="0" indent="0">
              <a:buNone/>
            </a:pPr>
            <a:r>
              <a:rPr lang="en-US" sz="980" dirty="0">
                <a:solidFill>
                  <a:srgbClr val="687584"/>
                </a:solidFill>
                <a:latin typeface="Arial" panose="020B0604020202020204" pitchFamily="34" charset="0"/>
                <a:ea typeface="Arial" panose="020B0604020202020204" pitchFamily="34" charset="0"/>
                <a:cs typeface="Arial" panose="020B0604020202020204" pitchFamily="34" charset="0"/>
              </a:rPr>
              <a:t>Generate an automated itinerary</a:t>
            </a:r>
            <a:endParaRPr lang="en-US" sz="980" dirty="0"/>
          </a:p>
        </p:txBody>
      </p:sp>
      <p:sp>
        <p:nvSpPr>
          <p:cNvPr id="28" name="Shape 22"/>
          <p:cNvSpPr/>
          <p:nvPr/>
        </p:nvSpPr>
        <p:spPr>
          <a:xfrm>
            <a:off x="8778240" y="3822192"/>
            <a:ext cx="329184" cy="0"/>
          </a:xfrm>
          <a:prstGeom prst="line">
            <a:avLst/>
          </a:prstGeom>
          <a:noFill/>
          <a:ln w="21590">
            <a:solidFill>
              <a:srgbClr val="BEC8CF"/>
            </a:solidFill>
            <a:prstDash val="solid"/>
            <a:tailEnd type="triangle"/>
          </a:ln>
        </p:spPr>
      </p:sp>
      <p:sp>
        <p:nvSpPr>
          <p:cNvPr id="29" name="Shape 23"/>
          <p:cNvSpPr/>
          <p:nvPr/>
        </p:nvSpPr>
        <p:spPr>
          <a:xfrm>
            <a:off x="9107424" y="2660904"/>
            <a:ext cx="2487168" cy="2578608"/>
          </a:xfrm>
          <a:prstGeom prst="roundRect">
            <a:avLst>
              <a:gd name="adj" fmla="val 4779"/>
            </a:avLst>
          </a:prstGeom>
          <a:solidFill>
            <a:srgbClr val="FFFFFF"/>
          </a:solidFill>
          <a:ln w="12700">
            <a:solidFill>
              <a:srgbClr val="E1E6E9"/>
            </a:solidFill>
            <a:prstDash val="solid"/>
          </a:ln>
          <a:effectLst>
            <a:outerShdw blurRad="-2147483648" dist="-2147483648" dir="9" algn="bl" rotWithShape="0">
              <a:srgbClr val="000000">
                <a:alpha val="1"/>
              </a:srgbClr>
            </a:outerShdw>
          </a:effectLst>
        </p:spPr>
      </p:sp>
      <p:sp>
        <p:nvSpPr>
          <p:cNvPr id="30" name="Shape 24"/>
          <p:cNvSpPr/>
          <p:nvPr/>
        </p:nvSpPr>
        <p:spPr>
          <a:xfrm>
            <a:off x="9272016" y="2907792"/>
            <a:ext cx="457200" cy="457200"/>
          </a:xfrm>
          <a:prstGeom prst="ellipse">
            <a:avLst/>
          </a:prstGeom>
          <a:solidFill>
            <a:srgbClr val="FFF3CD"/>
          </a:solidFill>
          <a:ln w="17780">
            <a:solidFill>
              <a:srgbClr val="F1C75B"/>
            </a:solidFill>
            <a:prstDash val="solid"/>
          </a:ln>
        </p:spPr>
      </p:sp>
      <p:sp>
        <p:nvSpPr>
          <p:cNvPr id="31" name="Text 25"/>
          <p:cNvSpPr/>
          <p:nvPr/>
        </p:nvSpPr>
        <p:spPr>
          <a:xfrm>
            <a:off x="9272016" y="3026664"/>
            <a:ext cx="457200" cy="164592"/>
          </a:xfrm>
          <a:prstGeom prst="rect">
            <a:avLst/>
          </a:prstGeom>
          <a:noFill/>
        </p:spPr>
        <p:txBody>
          <a:bodyPr wrap="square" lIns="0" tIns="0" rIns="0" bIns="0" rtlCol="0" anchor="ctr"/>
          <a:lstStyle/>
          <a:p>
            <a:pPr marL="0" indent="0" algn="ctr">
              <a:buNone/>
            </a:pPr>
            <a:r>
              <a:rPr lang="en-US" sz="1140" b="1" dirty="0">
                <a:solidFill>
                  <a:srgbClr val="F1C75B"/>
                </a:solidFill>
                <a:latin typeface="Arial" panose="020B0604020202020204" pitchFamily="34" charset="0"/>
                <a:ea typeface="Arial" panose="020B0604020202020204" pitchFamily="34" charset="0"/>
                <a:cs typeface="Arial" panose="020B0604020202020204" pitchFamily="34" charset="0"/>
              </a:rPr>
              <a:t>4</a:t>
            </a:r>
            <a:endParaRPr lang="en-US" sz="1140" dirty="0"/>
          </a:p>
        </p:txBody>
      </p:sp>
      <p:pic>
        <p:nvPicPr>
          <p:cNvPr id="32" name="Image 4" descr="preencoded.png"/>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10680192" y="2944368"/>
            <a:ext cx="329184" cy="329184"/>
          </a:xfrm>
          <a:prstGeom prst="rect">
            <a:avLst/>
          </a:prstGeom>
        </p:spPr>
      </p:pic>
      <p:sp>
        <p:nvSpPr>
          <p:cNvPr id="33" name="Text 26"/>
          <p:cNvSpPr/>
          <p:nvPr/>
        </p:nvSpPr>
        <p:spPr>
          <a:xfrm>
            <a:off x="9299448" y="3721608"/>
            <a:ext cx="2029968" cy="438912"/>
          </a:xfrm>
          <a:prstGeom prst="rect">
            <a:avLst/>
          </a:prstGeom>
          <a:noFill/>
        </p:spPr>
        <p:txBody>
          <a:bodyPr wrap="square" lIns="0" tIns="0" rIns="0" bIns="0" rtlCol="0" anchor="ctr">
            <a:normAutofit/>
          </a:bodyPr>
          <a:lstStyle/>
          <a:p>
            <a:pPr marL="0" indent="0">
              <a:buNone/>
            </a:pPr>
            <a:r>
              <a:rPr lang="en-US" sz="1420" b="1" dirty="0">
                <a:solidFill>
                  <a:srgbClr val="12212F"/>
                </a:solidFill>
                <a:latin typeface="Arial" panose="020B0604020202020204" pitchFamily="34" charset="0"/>
                <a:ea typeface="Arial" panose="020B0604020202020204" pitchFamily="34" charset="0"/>
                <a:cs typeface="Arial" panose="020B0604020202020204" pitchFamily="34" charset="0"/>
              </a:rPr>
              <a:t>Review &amp; interact</a:t>
            </a:r>
            <a:endParaRPr lang="en-US" sz="1420" dirty="0"/>
          </a:p>
        </p:txBody>
      </p:sp>
      <p:sp>
        <p:nvSpPr>
          <p:cNvPr id="34" name="Text 27"/>
          <p:cNvSpPr/>
          <p:nvPr/>
        </p:nvSpPr>
        <p:spPr>
          <a:xfrm>
            <a:off x="9299448" y="4343400"/>
            <a:ext cx="2029968" cy="512064"/>
          </a:xfrm>
          <a:prstGeom prst="rect">
            <a:avLst/>
          </a:prstGeom>
          <a:noFill/>
        </p:spPr>
        <p:txBody>
          <a:bodyPr wrap="square" lIns="0" tIns="0" rIns="0" bIns="0" rtlCol="0" anchor="ctr">
            <a:normAutofit/>
          </a:bodyPr>
          <a:lstStyle/>
          <a:p>
            <a:pPr marL="0" indent="0">
              <a:buNone/>
            </a:pPr>
            <a:r>
              <a:rPr lang="en-US" sz="980" dirty="0">
                <a:solidFill>
                  <a:srgbClr val="687584"/>
                </a:solidFill>
                <a:latin typeface="Arial" panose="020B0604020202020204" pitchFamily="34" charset="0"/>
                <a:ea typeface="Arial" panose="020B0604020202020204" pitchFamily="34" charset="0"/>
                <a:cs typeface="Arial" panose="020B0604020202020204" pitchFamily="34" charset="0"/>
              </a:rPr>
              <a:t>View timeline and use the AI assistant</a:t>
            </a:r>
            <a:endParaRPr lang="en-US" sz="980" dirty="0"/>
          </a:p>
        </p:txBody>
      </p:sp>
      <p:sp>
        <p:nvSpPr>
          <p:cNvPr id="35" name="Shape 28"/>
          <p:cNvSpPr/>
          <p:nvPr/>
        </p:nvSpPr>
        <p:spPr>
          <a:xfrm>
            <a:off x="2441448" y="5559552"/>
            <a:ext cx="7315200" cy="420624"/>
          </a:xfrm>
          <a:prstGeom prst="roundRect">
            <a:avLst>
              <a:gd name="adj" fmla="val 23913"/>
            </a:avLst>
          </a:prstGeom>
          <a:solidFill>
            <a:srgbClr val="0B1F33"/>
          </a:solidFill>
          <a:ln w="12700">
            <a:solidFill>
              <a:srgbClr val="0B1F33">
                <a:alpha val="0"/>
              </a:srgbClr>
            </a:solidFill>
            <a:prstDash val="solid"/>
          </a:ln>
        </p:spPr>
      </p:sp>
      <p:sp>
        <p:nvSpPr>
          <p:cNvPr id="36" name="Text 29"/>
          <p:cNvSpPr/>
          <p:nvPr/>
        </p:nvSpPr>
        <p:spPr>
          <a:xfrm>
            <a:off x="2679192" y="5687568"/>
            <a:ext cx="6848856" cy="164592"/>
          </a:xfrm>
          <a:prstGeom prst="rect">
            <a:avLst/>
          </a:prstGeom>
          <a:noFill/>
        </p:spPr>
        <p:txBody>
          <a:bodyPr wrap="square" lIns="0" tIns="0" rIns="0" bIns="0" rtlCol="0" anchor="ctr"/>
          <a:lstStyle/>
          <a:p>
            <a:pPr marL="0" indent="0" algn="ctr">
              <a:buNone/>
            </a:pPr>
            <a:r>
              <a:rPr lang="en-US" sz="1010" b="1" dirty="0">
                <a:solidFill>
                  <a:srgbClr val="FFFFFF"/>
                </a:solidFill>
                <a:latin typeface="Arial" panose="020B0604020202020204" pitchFamily="34" charset="0"/>
                <a:ea typeface="Arial" panose="020B0604020202020204" pitchFamily="34" charset="0"/>
                <a:cs typeface="Arial" panose="020B0604020202020204" pitchFamily="34" charset="0"/>
              </a:rPr>
              <a:t>Goal: demonstrate the core user journey, not every feature.</a:t>
            </a:r>
            <a:endParaRPr lang="en-US" sz="1010" dirty="0"/>
          </a:p>
        </p:txBody>
      </p:sp>
      <p:sp>
        <p:nvSpPr>
          <p:cNvPr id="37" name="Slide Number Placeholder 0"/>
          <p:cNvSpPr>
            <a:spLocks noGrp="1"/>
          </p:cNvSpPr>
          <p:nvPr>
            <p:ph type="sldNum" sz="quarter" idx="4294967295"/>
          </p:nvPr>
        </p:nvSpPr>
        <p:spPr>
          <a:xfrm>
            <a:off x="11384280" y="6409944"/>
            <a:ext cx="347472" cy="164592"/>
          </a:xfrm>
          <a:prstGeom prst="rect">
            <a:avLst/>
          </a:prstGeom>
        </p:spPr>
        <p:txBody>
          <a:bodyPr lIns="0" tIns="0" rIns="0" bIns="0"/>
          <a:lstStyle>
            <a:lvl1pPr>
              <a:defRPr sz="750">
                <a:solidFill>
                  <a:srgbClr val="687584"/>
                </a:solidFill>
                <a:latin typeface="Noto Sans"/>
                <a:ea typeface="Noto Sans"/>
                <a:cs typeface="Noto Sans"/>
              </a:defRPr>
            </a:lvl1pPr>
          </a:lstStyle>
          <a:p>
            <a:pPr algn="r"/>
            <a:fld id="{F7021451-1387-4CA6-816F-3879F97B5CBC}" type="slidenum">
              <a:rPr lang="en-US" b="0"/>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0B1F33"/>
        </a:solidFill>
        <a:effectLst/>
      </p:bgPr>
    </p:bg>
    <p:spTree>
      <p:nvGrpSpPr>
        <p:cNvPr id="1" name=""/>
        <p:cNvGrpSpPr/>
        <p:nvPr/>
      </p:nvGrpSpPr>
      <p:grpSpPr>
        <a:xfrm>
          <a:off x="0" y="0"/>
          <a:ext cx="0" cy="0"/>
          <a:chOff x="0" y="0"/>
          <a:chExt cx="0" cy="0"/>
        </a:xfrm>
      </p:grpSpPr>
      <p:sp>
        <p:nvSpPr>
          <p:cNvPr id="2" name="Shape 0"/>
          <p:cNvSpPr/>
          <p:nvPr/>
        </p:nvSpPr>
        <p:spPr>
          <a:xfrm>
            <a:off x="658368" y="530352"/>
            <a:ext cx="749808" cy="329184"/>
          </a:xfrm>
          <a:prstGeom prst="roundRect">
            <a:avLst>
              <a:gd name="adj" fmla="val 50000"/>
            </a:avLst>
          </a:prstGeom>
          <a:solidFill>
            <a:srgbClr val="173B45"/>
          </a:solidFill>
          <a:ln w="12700">
            <a:solidFill>
              <a:srgbClr val="173B45">
                <a:alpha val="0"/>
              </a:srgbClr>
            </a:solidFill>
            <a:prstDash val="solid"/>
          </a:ln>
        </p:spPr>
      </p:sp>
      <p:pic>
        <p:nvPicPr>
          <p:cNvPr id="3" name="Image 0" descr="preencoded.png"/>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768096" y="612648"/>
            <a:ext cx="146304" cy="146304"/>
          </a:xfrm>
          <a:prstGeom prst="rect">
            <a:avLst/>
          </a:prstGeom>
        </p:spPr>
      </p:pic>
      <p:sp>
        <p:nvSpPr>
          <p:cNvPr id="4" name="Text 1"/>
          <p:cNvSpPr/>
          <p:nvPr/>
        </p:nvSpPr>
        <p:spPr>
          <a:xfrm>
            <a:off x="960120" y="603504"/>
            <a:ext cx="356616" cy="164592"/>
          </a:xfrm>
          <a:prstGeom prst="rect">
            <a:avLst/>
          </a:prstGeom>
          <a:noFill/>
        </p:spPr>
        <p:txBody>
          <a:bodyPr wrap="square" lIns="0" tIns="0" rIns="0" bIns="0" rtlCol="0" anchor="ctr"/>
          <a:lstStyle/>
          <a:p>
            <a:pPr marL="0" indent="0">
              <a:buNone/>
            </a:pPr>
            <a:r>
              <a:rPr lang="en-US" sz="940" b="1" dirty="0">
                <a:solidFill>
                  <a:srgbClr val="A6E7C7"/>
                </a:solidFill>
                <a:latin typeface="Arial" panose="020B0604020202020204" pitchFamily="34" charset="0"/>
                <a:ea typeface="Arial" panose="020B0604020202020204" pitchFamily="34" charset="0"/>
                <a:cs typeface="Arial" panose="020B0604020202020204" pitchFamily="34" charset="0"/>
              </a:rPr>
              <a:t>LIVE</a:t>
            </a:r>
            <a:endParaRPr lang="en-US" sz="940" dirty="0"/>
          </a:p>
        </p:txBody>
      </p:sp>
      <p:sp>
        <p:nvSpPr>
          <p:cNvPr id="5" name="Text 2"/>
          <p:cNvSpPr/>
          <p:nvPr/>
        </p:nvSpPr>
        <p:spPr>
          <a:xfrm>
            <a:off x="658368" y="1097280"/>
            <a:ext cx="4389120" cy="566928"/>
          </a:xfrm>
          <a:prstGeom prst="rect">
            <a:avLst/>
          </a:prstGeom>
          <a:noFill/>
        </p:spPr>
        <p:txBody>
          <a:bodyPr wrap="square" lIns="0" tIns="0" rIns="0" bIns="0" rtlCol="0" anchor="ctr"/>
          <a:lstStyle/>
          <a:p>
            <a:pPr marL="0" indent="0">
              <a:buNone/>
            </a:pPr>
            <a:r>
              <a:rPr lang="en-US" sz="3100" b="1" dirty="0">
                <a:solidFill>
                  <a:srgbClr val="FFFFFF"/>
                </a:solidFill>
                <a:latin typeface="Arial" panose="020B0604020202020204" pitchFamily="34" charset="0"/>
                <a:ea typeface="Arial" panose="020B0604020202020204" pitchFamily="34" charset="0"/>
                <a:cs typeface="Arial" panose="020B0604020202020204" pitchFamily="34" charset="0"/>
              </a:rPr>
              <a:t>Live Demo</a:t>
            </a:r>
            <a:endParaRPr lang="en-US" sz="3100" dirty="0"/>
          </a:p>
        </p:txBody>
      </p:sp>
      <p:sp>
        <p:nvSpPr>
          <p:cNvPr id="6" name="Text 3"/>
          <p:cNvSpPr/>
          <p:nvPr/>
        </p:nvSpPr>
        <p:spPr>
          <a:xfrm>
            <a:off x="658368" y="1773936"/>
            <a:ext cx="5166360" cy="438912"/>
          </a:xfrm>
          <a:prstGeom prst="rect">
            <a:avLst/>
          </a:prstGeom>
          <a:noFill/>
        </p:spPr>
        <p:txBody>
          <a:bodyPr wrap="square" lIns="0" tIns="0" rIns="0" bIns="0" rtlCol="0" anchor="ctr"/>
          <a:lstStyle/>
          <a:p>
            <a:pPr marL="0" indent="0">
              <a:buNone/>
            </a:pPr>
            <a:r>
              <a:rPr lang="en-US" sz="1300" dirty="0">
                <a:solidFill>
                  <a:srgbClr val="B8C8D3"/>
                </a:solidFill>
                <a:latin typeface="Arial" panose="020B0604020202020204" pitchFamily="34" charset="0"/>
                <a:ea typeface="Arial" panose="020B0604020202020204" pitchFamily="34" charset="0"/>
                <a:cs typeface="Arial" panose="020B0604020202020204" pitchFamily="34" charset="0"/>
              </a:rPr>
              <a:t>Switch to the browser and walk through the core Wandora scenario.</a:t>
            </a:r>
            <a:endParaRPr lang="en-US" sz="1300" dirty="0"/>
          </a:p>
        </p:txBody>
      </p:sp>
      <p:sp>
        <p:nvSpPr>
          <p:cNvPr id="7" name="Shape 4"/>
          <p:cNvSpPr/>
          <p:nvPr/>
        </p:nvSpPr>
        <p:spPr>
          <a:xfrm>
            <a:off x="658368" y="2468880"/>
            <a:ext cx="10881360" cy="3246120"/>
          </a:xfrm>
          <a:prstGeom prst="roundRect">
            <a:avLst>
              <a:gd name="adj" fmla="val 5070"/>
            </a:avLst>
          </a:prstGeom>
          <a:solidFill>
            <a:srgbClr val="F8FAFB"/>
          </a:solidFill>
          <a:ln w="12700">
            <a:solidFill>
              <a:srgbClr val="F8FAFB">
                <a:alpha val="0"/>
              </a:srgbClr>
            </a:solidFill>
            <a:prstDash val="solid"/>
          </a:ln>
          <a:effectLst>
            <a:outerShdw blurRad="-2147483648" dist="-2147483648" dir="5" algn="bl" rotWithShape="0">
              <a:srgbClr val="000000">
                <a:alpha val="1"/>
              </a:srgbClr>
            </a:outerShdw>
          </a:effectLst>
        </p:spPr>
      </p:sp>
      <p:sp>
        <p:nvSpPr>
          <p:cNvPr id="8" name="Shape 5"/>
          <p:cNvSpPr/>
          <p:nvPr/>
        </p:nvSpPr>
        <p:spPr>
          <a:xfrm>
            <a:off x="658368" y="2468880"/>
            <a:ext cx="10881360" cy="475488"/>
          </a:xfrm>
          <a:prstGeom prst="rect">
            <a:avLst/>
          </a:prstGeom>
          <a:solidFill>
            <a:srgbClr val="E9EEF2"/>
          </a:solidFill>
          <a:ln w="12700">
            <a:solidFill>
              <a:srgbClr val="E9EEF2"/>
            </a:solidFill>
            <a:prstDash val="solid"/>
          </a:ln>
        </p:spPr>
      </p:sp>
      <p:sp>
        <p:nvSpPr>
          <p:cNvPr id="9" name="Shape 6"/>
          <p:cNvSpPr/>
          <p:nvPr/>
        </p:nvSpPr>
        <p:spPr>
          <a:xfrm>
            <a:off x="896112" y="2660904"/>
            <a:ext cx="73152" cy="73152"/>
          </a:xfrm>
          <a:prstGeom prst="ellipse">
            <a:avLst/>
          </a:prstGeom>
          <a:solidFill>
            <a:srgbClr val="D55454"/>
          </a:solidFill>
          <a:ln w="12700">
            <a:solidFill>
              <a:srgbClr val="D55454"/>
            </a:solidFill>
            <a:prstDash val="solid"/>
          </a:ln>
        </p:spPr>
      </p:sp>
      <p:sp>
        <p:nvSpPr>
          <p:cNvPr id="10" name="Shape 7"/>
          <p:cNvSpPr/>
          <p:nvPr/>
        </p:nvSpPr>
        <p:spPr>
          <a:xfrm>
            <a:off x="1097280" y="2660904"/>
            <a:ext cx="73152" cy="73152"/>
          </a:xfrm>
          <a:prstGeom prst="ellipse">
            <a:avLst/>
          </a:prstGeom>
          <a:solidFill>
            <a:srgbClr val="F1C75B"/>
          </a:solidFill>
          <a:ln w="12700">
            <a:solidFill>
              <a:srgbClr val="F1C75B"/>
            </a:solidFill>
            <a:prstDash val="solid"/>
          </a:ln>
        </p:spPr>
      </p:sp>
      <p:sp>
        <p:nvSpPr>
          <p:cNvPr id="11" name="Shape 8"/>
          <p:cNvSpPr/>
          <p:nvPr/>
        </p:nvSpPr>
        <p:spPr>
          <a:xfrm>
            <a:off x="1298448" y="2660904"/>
            <a:ext cx="73152" cy="73152"/>
          </a:xfrm>
          <a:prstGeom prst="ellipse">
            <a:avLst/>
          </a:prstGeom>
          <a:solidFill>
            <a:srgbClr val="2DAA72"/>
          </a:solidFill>
          <a:ln w="12700">
            <a:solidFill>
              <a:srgbClr val="2DAA72"/>
            </a:solidFill>
            <a:prstDash val="solid"/>
          </a:ln>
        </p:spPr>
      </p:sp>
      <p:sp>
        <p:nvSpPr>
          <p:cNvPr id="12" name="Shape 9"/>
          <p:cNvSpPr/>
          <p:nvPr/>
        </p:nvSpPr>
        <p:spPr>
          <a:xfrm>
            <a:off x="1938528" y="2596896"/>
            <a:ext cx="7726680" cy="201168"/>
          </a:xfrm>
          <a:prstGeom prst="roundRect">
            <a:avLst>
              <a:gd name="adj" fmla="val 45455"/>
            </a:avLst>
          </a:prstGeom>
          <a:solidFill>
            <a:srgbClr val="FFFFFF"/>
          </a:solidFill>
          <a:ln w="12700">
            <a:solidFill>
              <a:srgbClr val="D8E0E5"/>
            </a:solidFill>
            <a:prstDash val="solid"/>
          </a:ln>
        </p:spPr>
      </p:sp>
      <p:sp>
        <p:nvSpPr>
          <p:cNvPr id="13" name="Text 10"/>
          <p:cNvSpPr/>
          <p:nvPr/>
        </p:nvSpPr>
        <p:spPr>
          <a:xfrm>
            <a:off x="2212848" y="2624328"/>
            <a:ext cx="2468880" cy="128016"/>
          </a:xfrm>
          <a:prstGeom prst="rect">
            <a:avLst/>
          </a:prstGeom>
          <a:noFill/>
        </p:spPr>
        <p:txBody>
          <a:bodyPr wrap="square" lIns="0" tIns="0" rIns="0" bIns="0" rtlCol="0" anchor="ctr"/>
          <a:lstStyle/>
          <a:p>
            <a:pPr marL="0" indent="0">
              <a:buNone/>
            </a:pPr>
            <a:r>
              <a:rPr lang="en-US" sz="750" dirty="0">
                <a:solidFill>
                  <a:srgbClr val="687584"/>
                </a:solidFill>
                <a:latin typeface="Arial" panose="020B0604020202020204" pitchFamily="34" charset="0"/>
                <a:ea typeface="Arial" panose="020B0604020202020204" pitchFamily="34" charset="0"/>
                <a:cs typeface="Arial" panose="020B0604020202020204" pitchFamily="34" charset="0"/>
              </a:rPr>
              <a:t>Wandora — Live Application</a:t>
            </a:r>
            <a:endParaRPr lang="en-US" sz="750" dirty="0"/>
          </a:p>
        </p:txBody>
      </p:sp>
      <p:pic>
        <p:nvPicPr>
          <p:cNvPr id="14" name="Image 1"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303520" y="3447288"/>
            <a:ext cx="640080" cy="640080"/>
          </a:xfrm>
          <a:prstGeom prst="rect">
            <a:avLst/>
          </a:prstGeom>
        </p:spPr>
      </p:pic>
      <p:sp>
        <p:nvSpPr>
          <p:cNvPr id="15" name="Text 11"/>
          <p:cNvSpPr/>
          <p:nvPr/>
        </p:nvSpPr>
        <p:spPr>
          <a:xfrm>
            <a:off x="3026664" y="4242816"/>
            <a:ext cx="6144768" cy="274320"/>
          </a:xfrm>
          <a:prstGeom prst="rect">
            <a:avLst/>
          </a:prstGeom>
          <a:noFill/>
        </p:spPr>
        <p:txBody>
          <a:bodyPr wrap="square" lIns="0" tIns="0" rIns="0" bIns="0" rtlCol="0" anchor="ctr"/>
          <a:lstStyle/>
          <a:p>
            <a:pPr marL="0" indent="0" algn="ctr">
              <a:buNone/>
            </a:pPr>
            <a:r>
              <a:rPr lang="en-US" sz="1800" b="1" dirty="0">
                <a:solidFill>
                  <a:srgbClr val="0B1F33"/>
                </a:solidFill>
                <a:latin typeface="Arial" panose="020B0604020202020204" pitchFamily="34" charset="0"/>
                <a:ea typeface="Arial" panose="020B0604020202020204" pitchFamily="34" charset="0"/>
                <a:cs typeface="Arial" panose="020B0604020202020204" pitchFamily="34" charset="0"/>
              </a:rPr>
              <a:t>LIVE SOFTWARE DEMONSTRATION</a:t>
            </a:r>
            <a:endParaRPr lang="en-US" sz="1800" dirty="0"/>
          </a:p>
        </p:txBody>
      </p:sp>
      <p:sp>
        <p:nvSpPr>
          <p:cNvPr id="16" name="Text 12"/>
          <p:cNvSpPr/>
          <p:nvPr/>
        </p:nvSpPr>
        <p:spPr>
          <a:xfrm>
            <a:off x="2651760" y="4690872"/>
            <a:ext cx="6903720" cy="228600"/>
          </a:xfrm>
          <a:prstGeom prst="rect">
            <a:avLst/>
          </a:prstGeom>
          <a:noFill/>
        </p:spPr>
        <p:txBody>
          <a:bodyPr wrap="square" lIns="0" tIns="0" rIns="0" bIns="0" rtlCol="0" anchor="ctr"/>
          <a:lstStyle/>
          <a:p>
            <a:pPr marL="0" indent="0" algn="ctr">
              <a:buNone/>
            </a:pPr>
            <a:r>
              <a:rPr lang="en-US" sz="1050" b="1" dirty="0">
                <a:solidFill>
                  <a:srgbClr val="687584"/>
                </a:solidFill>
                <a:latin typeface="Arial" panose="020B0604020202020204" pitchFamily="34" charset="0"/>
                <a:ea typeface="Arial" panose="020B0604020202020204" pitchFamily="34" charset="0"/>
                <a:cs typeface="Arial" panose="020B0604020202020204" pitchFamily="34" charset="0"/>
              </a:rPr>
              <a:t>Login → Create Trip → Generate AI Itinerary → Review Timeline</a:t>
            </a:r>
            <a:endParaRPr lang="en-US" sz="1050" dirty="0"/>
          </a:p>
        </p:txBody>
      </p:sp>
      <p:pic>
        <p:nvPicPr>
          <p:cNvPr id="17" name="Image 2" descr="preencoded.png"/>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914400" y="6016752"/>
            <a:ext cx="164592" cy="164592"/>
          </a:xfrm>
          <a:prstGeom prst="rect">
            <a:avLst/>
          </a:prstGeom>
        </p:spPr>
      </p:pic>
      <p:sp>
        <p:nvSpPr>
          <p:cNvPr id="18" name="Text 13"/>
          <p:cNvSpPr/>
          <p:nvPr/>
        </p:nvSpPr>
        <p:spPr>
          <a:xfrm>
            <a:off x="1188720" y="5989320"/>
            <a:ext cx="2999232" cy="182880"/>
          </a:xfrm>
          <a:prstGeom prst="rect">
            <a:avLst/>
          </a:prstGeom>
          <a:noFill/>
        </p:spPr>
        <p:txBody>
          <a:bodyPr wrap="square" lIns="0" tIns="0" rIns="0" bIns="0" rtlCol="0" anchor="ctr">
            <a:normAutofit/>
          </a:bodyPr>
          <a:lstStyle/>
          <a:p>
            <a:pPr marL="0" indent="0">
              <a:buNone/>
            </a:pPr>
            <a:r>
              <a:rPr lang="en-US" sz="890" dirty="0">
                <a:solidFill>
                  <a:srgbClr val="B6C6D1"/>
                </a:solidFill>
                <a:latin typeface="Arial" panose="020B0604020202020204" pitchFamily="34" charset="0"/>
                <a:ea typeface="Arial" panose="020B0604020202020204" pitchFamily="34" charset="0"/>
                <a:cs typeface="Arial" panose="020B0604020202020204" pitchFamily="34" charset="0"/>
              </a:rPr>
              <a:t>Keep the demo under ~3 minutes</a:t>
            </a:r>
            <a:endParaRPr lang="en-US" sz="890" dirty="0"/>
          </a:p>
        </p:txBody>
      </p:sp>
      <p:pic>
        <p:nvPicPr>
          <p:cNvPr id="19" name="Image 3" descr="preencoded.png"/>
          <p:cNvPicPr>
            <a:picLocks noChangeAspect="1"/>
          </p:cNvPicPr>
          <p:nvPr/>
        </p:nvPicPr>
        <p:blipFill>
          <a:blip r:embed="rId7">
            <a:extLst>
              <a:ext uri="{96DAC541-7B7A-43D3-8B79-37D633B846F1}">
                <asvg:svgBlip xmlns:asvg="http://schemas.microsoft.com/office/drawing/2016/SVG/main" r:embed="rId6"/>
              </a:ext>
            </a:extLst>
          </a:blip>
          <a:stretch>
            <a:fillRect/>
          </a:stretch>
        </p:blipFill>
        <p:spPr>
          <a:xfrm>
            <a:off x="4553712" y="6016752"/>
            <a:ext cx="164592" cy="164592"/>
          </a:xfrm>
          <a:prstGeom prst="rect">
            <a:avLst/>
          </a:prstGeom>
        </p:spPr>
      </p:pic>
      <p:sp>
        <p:nvSpPr>
          <p:cNvPr id="20" name="Text 14"/>
          <p:cNvSpPr/>
          <p:nvPr/>
        </p:nvSpPr>
        <p:spPr>
          <a:xfrm>
            <a:off x="4828032" y="5989320"/>
            <a:ext cx="2999232" cy="182880"/>
          </a:xfrm>
          <a:prstGeom prst="rect">
            <a:avLst/>
          </a:prstGeom>
          <a:noFill/>
        </p:spPr>
        <p:txBody>
          <a:bodyPr wrap="square" lIns="0" tIns="0" rIns="0" bIns="0" rtlCol="0" anchor="ctr">
            <a:normAutofit/>
          </a:bodyPr>
          <a:lstStyle/>
          <a:p>
            <a:pPr marL="0" indent="0">
              <a:buNone/>
            </a:pPr>
            <a:r>
              <a:rPr lang="en-US" sz="890" dirty="0">
                <a:solidFill>
                  <a:srgbClr val="B6C6D1"/>
                </a:solidFill>
                <a:latin typeface="Arial" panose="020B0604020202020204" pitchFamily="34" charset="0"/>
                <a:ea typeface="Arial" panose="020B0604020202020204" pitchFamily="34" charset="0"/>
                <a:cs typeface="Arial" panose="020B0604020202020204" pitchFamily="34" charset="0"/>
              </a:rPr>
              <a:t>Use a prepared test account</a:t>
            </a:r>
            <a:endParaRPr lang="en-US" sz="890" dirty="0"/>
          </a:p>
        </p:txBody>
      </p:sp>
      <p:pic>
        <p:nvPicPr>
          <p:cNvPr id="21" name="Image 4" descr="preencoded.png"/>
          <p:cNvPicPr>
            <a:picLocks noChangeAspect="1"/>
          </p:cNvPicPr>
          <p:nvPr/>
        </p:nvPicPr>
        <p:blipFill>
          <a:blip r:embed="rId8">
            <a:extLst>
              <a:ext uri="{96DAC541-7B7A-43D3-8B79-37D633B846F1}">
                <asvg:svgBlip xmlns:asvg="http://schemas.microsoft.com/office/drawing/2016/SVG/main" r:embed="rId6"/>
              </a:ext>
            </a:extLst>
          </a:blip>
          <a:stretch>
            <a:fillRect/>
          </a:stretch>
        </p:blipFill>
        <p:spPr>
          <a:xfrm>
            <a:off x="8193024" y="6016752"/>
            <a:ext cx="164592" cy="164592"/>
          </a:xfrm>
          <a:prstGeom prst="rect">
            <a:avLst/>
          </a:prstGeom>
        </p:spPr>
      </p:pic>
      <p:sp>
        <p:nvSpPr>
          <p:cNvPr id="22" name="Text 15"/>
          <p:cNvSpPr/>
          <p:nvPr/>
        </p:nvSpPr>
        <p:spPr>
          <a:xfrm>
            <a:off x="8467344" y="5989320"/>
            <a:ext cx="2999232" cy="182880"/>
          </a:xfrm>
          <a:prstGeom prst="rect">
            <a:avLst/>
          </a:prstGeom>
          <a:noFill/>
        </p:spPr>
        <p:txBody>
          <a:bodyPr wrap="square" lIns="0" tIns="0" rIns="0" bIns="0" rtlCol="0" anchor="ctr">
            <a:normAutofit/>
          </a:bodyPr>
          <a:lstStyle/>
          <a:p>
            <a:pPr marL="0" indent="0">
              <a:buNone/>
            </a:pPr>
            <a:r>
              <a:rPr lang="en-US" sz="890" dirty="0">
                <a:solidFill>
                  <a:srgbClr val="B6C6D1"/>
                </a:solidFill>
                <a:latin typeface="Arial" panose="020B0604020202020204" pitchFamily="34" charset="0"/>
                <a:ea typeface="Arial" panose="020B0604020202020204" pitchFamily="34" charset="0"/>
                <a:cs typeface="Arial" panose="020B0604020202020204" pitchFamily="34" charset="0"/>
              </a:rPr>
              <a:t>If AI is slow, explain the expected flow</a:t>
            </a:r>
            <a:endParaRPr lang="en-US" sz="89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0B1F33"/>
        </a:solidFill>
        <a:effectLst/>
      </p:bgPr>
    </p:bg>
    <p:spTree>
      <p:nvGrpSpPr>
        <p:cNvPr id="1" name=""/>
        <p:cNvGrpSpPr/>
        <p:nvPr/>
      </p:nvGrpSpPr>
      <p:grpSpPr>
        <a:xfrm>
          <a:off x="0" y="0"/>
          <a:ext cx="0" cy="0"/>
          <a:chOff x="0" y="0"/>
          <a:chExt cx="0" cy="0"/>
        </a:xfrm>
      </p:grpSpPr>
      <p:sp>
        <p:nvSpPr>
          <p:cNvPr id="2" name="Shape 0"/>
          <p:cNvSpPr/>
          <p:nvPr/>
        </p:nvSpPr>
        <p:spPr>
          <a:xfrm rot="1320000">
            <a:off x="7955280" y="-914400"/>
            <a:ext cx="5120640" cy="5120640"/>
          </a:xfrm>
          <a:prstGeom prst="arc">
            <a:avLst/>
          </a:prstGeom>
          <a:solidFill>
            <a:srgbClr val="0B1F33">
              <a:alpha val="0"/>
            </a:srgbClr>
          </a:solidFill>
          <a:ln w="17780">
            <a:solidFill>
              <a:srgbClr val="FF6B3D">
                <a:alpha val="60000"/>
              </a:srgbClr>
            </a:solidFill>
            <a:prstDash val="solid"/>
          </a:ln>
        </p:spPr>
      </p:sp>
      <p:sp>
        <p:nvSpPr>
          <p:cNvPr id="3" name="Shape 1"/>
          <p:cNvSpPr/>
          <p:nvPr/>
        </p:nvSpPr>
        <p:spPr>
          <a:xfrm rot="12840000">
            <a:off x="8778240" y="137160"/>
            <a:ext cx="3749040" cy="3749040"/>
          </a:xfrm>
          <a:prstGeom prst="arc">
            <a:avLst/>
          </a:prstGeom>
          <a:solidFill>
            <a:srgbClr val="0B1F33">
              <a:alpha val="0"/>
            </a:srgbClr>
          </a:solidFill>
          <a:ln w="15240">
            <a:solidFill>
              <a:srgbClr val="1BB5A8">
                <a:alpha val="50000"/>
              </a:srgbClr>
            </a:solidFill>
            <a:prstDash val="solid"/>
          </a:ln>
        </p:spPr>
      </p:sp>
      <p:sp>
        <p:nvSpPr>
          <p:cNvPr id="4" name="Shape 2"/>
          <p:cNvSpPr/>
          <p:nvPr/>
        </p:nvSpPr>
        <p:spPr>
          <a:xfrm>
            <a:off x="676656" y="530352"/>
            <a:ext cx="1024128" cy="329184"/>
          </a:xfrm>
          <a:prstGeom prst="roundRect">
            <a:avLst>
              <a:gd name="adj" fmla="val 50000"/>
            </a:avLst>
          </a:prstGeom>
          <a:solidFill>
            <a:srgbClr val="17364E"/>
          </a:solidFill>
          <a:ln w="12700">
            <a:solidFill>
              <a:srgbClr val="17364E">
                <a:alpha val="0"/>
              </a:srgbClr>
            </a:solidFill>
            <a:prstDash val="solid"/>
          </a:ln>
        </p:spPr>
      </p:sp>
      <p:pic>
        <p:nvPicPr>
          <p:cNvPr id="5" name="Image 0" descr="preencoded.png"/>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786384" y="612648"/>
            <a:ext cx="146304" cy="146304"/>
          </a:xfrm>
          <a:prstGeom prst="rect">
            <a:avLst/>
          </a:prstGeom>
        </p:spPr>
      </p:pic>
      <p:sp>
        <p:nvSpPr>
          <p:cNvPr id="6" name="Text 3"/>
          <p:cNvSpPr/>
          <p:nvPr/>
        </p:nvSpPr>
        <p:spPr>
          <a:xfrm>
            <a:off x="978408" y="603504"/>
            <a:ext cx="630936" cy="164592"/>
          </a:xfrm>
          <a:prstGeom prst="rect">
            <a:avLst/>
          </a:prstGeom>
          <a:noFill/>
        </p:spPr>
        <p:txBody>
          <a:bodyPr wrap="square" lIns="0" tIns="0" rIns="0" bIns="0" rtlCol="0" anchor="ctr"/>
          <a:lstStyle/>
          <a:p>
            <a:pPr marL="0" indent="0">
              <a:buNone/>
            </a:pPr>
            <a:r>
              <a:rPr lang="en-US" sz="940" b="1" dirty="0">
                <a:solidFill>
                  <a:srgbClr val="B9D0E0"/>
                </a:solidFill>
                <a:latin typeface="Arial" panose="020B0604020202020204" pitchFamily="34" charset="0"/>
                <a:ea typeface="Arial" panose="020B0604020202020204" pitchFamily="34" charset="0"/>
                <a:cs typeface="Arial" panose="020B0604020202020204" pitchFamily="34" charset="0"/>
              </a:rPr>
              <a:t>SUMMARY</a:t>
            </a:r>
            <a:endParaRPr lang="en-US" sz="940" dirty="0"/>
          </a:p>
        </p:txBody>
      </p:sp>
      <p:sp>
        <p:nvSpPr>
          <p:cNvPr id="7" name="Text 4"/>
          <p:cNvSpPr/>
          <p:nvPr/>
        </p:nvSpPr>
        <p:spPr>
          <a:xfrm>
            <a:off x="676656" y="1170432"/>
            <a:ext cx="6986016" cy="1207008"/>
          </a:xfrm>
          <a:prstGeom prst="rect">
            <a:avLst/>
          </a:prstGeom>
          <a:noFill/>
        </p:spPr>
        <p:txBody>
          <a:bodyPr wrap="square" lIns="0" tIns="0" rIns="0" bIns="0" rtlCol="0" anchor="ctr"/>
          <a:lstStyle/>
          <a:p>
            <a:pPr marL="0" indent="0">
              <a:buNone/>
            </a:pPr>
            <a:r>
              <a:rPr lang="en-US" sz="2900" b="1" dirty="0">
                <a:solidFill>
                  <a:srgbClr val="FFFFFF"/>
                </a:solidFill>
                <a:latin typeface="Arial" panose="020B0604020202020204" pitchFamily="34" charset="0"/>
                <a:ea typeface="Arial" panose="020B0604020202020204" pitchFamily="34" charset="0"/>
                <a:cs typeface="Arial" panose="020B0604020202020204" pitchFamily="34" charset="0"/>
              </a:rPr>
              <a:t>Wandora simplifies group travel</a:t>
            </a:r>
            <a:endParaRPr lang="en-US" sz="2900" dirty="0"/>
          </a:p>
          <a:p>
            <a:pPr marL="0" indent="0">
              <a:buNone/>
            </a:pPr>
            <a:r>
              <a:rPr lang="en-US" sz="2900" b="1" dirty="0">
                <a:solidFill>
                  <a:srgbClr val="FFFFFF"/>
                </a:solidFill>
                <a:latin typeface="Arial" panose="020B0604020202020204" pitchFamily="34" charset="0"/>
                <a:ea typeface="Arial" panose="020B0604020202020204" pitchFamily="34" charset="0"/>
                <a:cs typeface="Arial" panose="020B0604020202020204" pitchFamily="34" charset="0"/>
              </a:rPr>
              <a:t>with AI generation and real-time collaboration.</a:t>
            </a:r>
            <a:endParaRPr lang="en-US" sz="2900" dirty="0"/>
          </a:p>
        </p:txBody>
      </p:sp>
      <p:sp>
        <p:nvSpPr>
          <p:cNvPr id="8" name="Shape 5"/>
          <p:cNvSpPr/>
          <p:nvPr/>
        </p:nvSpPr>
        <p:spPr>
          <a:xfrm>
            <a:off x="676656" y="2834640"/>
            <a:ext cx="3063240" cy="1078992"/>
          </a:xfrm>
          <a:prstGeom prst="roundRect">
            <a:avLst>
              <a:gd name="adj" fmla="val 10169"/>
            </a:avLst>
          </a:prstGeom>
          <a:solidFill>
            <a:srgbClr val="153148"/>
          </a:solidFill>
          <a:ln w="12700">
            <a:solidFill>
              <a:srgbClr val="153148">
                <a:alpha val="0"/>
              </a:srgbClr>
            </a:solidFill>
            <a:prstDash val="solid"/>
          </a:ln>
        </p:spPr>
      </p:sp>
      <p:pic>
        <p:nvPicPr>
          <p:cNvPr id="9" name="Image 1"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932688" y="3108960"/>
            <a:ext cx="274320" cy="274320"/>
          </a:xfrm>
          <a:prstGeom prst="rect">
            <a:avLst/>
          </a:prstGeom>
        </p:spPr>
      </p:pic>
      <p:sp>
        <p:nvSpPr>
          <p:cNvPr id="10" name="Text 6"/>
          <p:cNvSpPr/>
          <p:nvPr/>
        </p:nvSpPr>
        <p:spPr>
          <a:xfrm>
            <a:off x="1353312" y="3072384"/>
            <a:ext cx="2093976" cy="393192"/>
          </a:xfrm>
          <a:prstGeom prst="rect">
            <a:avLst/>
          </a:prstGeom>
          <a:noFill/>
        </p:spPr>
        <p:txBody>
          <a:bodyPr wrap="square" lIns="0" tIns="0" rIns="0" bIns="0" rtlCol="0" anchor="ctr">
            <a:normAutofit/>
          </a:bodyPr>
          <a:lstStyle/>
          <a:p>
            <a:pPr marL="0" indent="0">
              <a:buNone/>
            </a:pPr>
            <a:r>
              <a:rPr lang="en-US" sz="1220" b="1" dirty="0">
                <a:solidFill>
                  <a:srgbClr val="FFFFFF"/>
                </a:solidFill>
                <a:latin typeface="Arial" panose="020B0604020202020204" pitchFamily="34" charset="0"/>
                <a:ea typeface="Arial" panose="020B0604020202020204" pitchFamily="34" charset="0"/>
                <a:cs typeface="Arial" panose="020B0604020202020204" pitchFamily="34" charset="0"/>
              </a:rPr>
              <a:t>AI itinerary generation</a:t>
            </a:r>
            <a:endParaRPr lang="en-US" sz="1220" dirty="0"/>
          </a:p>
        </p:txBody>
      </p:sp>
      <p:sp>
        <p:nvSpPr>
          <p:cNvPr id="11" name="Shape 7"/>
          <p:cNvSpPr/>
          <p:nvPr/>
        </p:nvSpPr>
        <p:spPr>
          <a:xfrm>
            <a:off x="4059936" y="2834640"/>
            <a:ext cx="3063240" cy="1078992"/>
          </a:xfrm>
          <a:prstGeom prst="roundRect">
            <a:avLst>
              <a:gd name="adj" fmla="val 10169"/>
            </a:avLst>
          </a:prstGeom>
          <a:solidFill>
            <a:srgbClr val="153148"/>
          </a:solidFill>
          <a:ln w="12700">
            <a:solidFill>
              <a:srgbClr val="153148">
                <a:alpha val="0"/>
              </a:srgbClr>
            </a:solidFill>
            <a:prstDash val="solid"/>
          </a:ln>
        </p:spPr>
      </p:sp>
      <p:pic>
        <p:nvPicPr>
          <p:cNvPr id="12" name="Image 2" descr="preencoded.png"/>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4315968" y="3108960"/>
            <a:ext cx="274320" cy="274320"/>
          </a:xfrm>
          <a:prstGeom prst="rect">
            <a:avLst/>
          </a:prstGeom>
        </p:spPr>
      </p:pic>
      <p:sp>
        <p:nvSpPr>
          <p:cNvPr id="13" name="Text 8"/>
          <p:cNvSpPr/>
          <p:nvPr/>
        </p:nvSpPr>
        <p:spPr>
          <a:xfrm>
            <a:off x="4736592" y="3072384"/>
            <a:ext cx="2093976" cy="393192"/>
          </a:xfrm>
          <a:prstGeom prst="rect">
            <a:avLst/>
          </a:prstGeom>
          <a:noFill/>
        </p:spPr>
        <p:txBody>
          <a:bodyPr wrap="square" lIns="0" tIns="0" rIns="0" bIns="0" rtlCol="0" anchor="ctr">
            <a:normAutofit/>
          </a:bodyPr>
          <a:lstStyle/>
          <a:p>
            <a:pPr marL="0" indent="0">
              <a:buNone/>
            </a:pPr>
            <a:r>
              <a:rPr lang="en-US" sz="1220" b="1" dirty="0">
                <a:solidFill>
                  <a:srgbClr val="FFFFFF"/>
                </a:solidFill>
                <a:latin typeface="Arial" panose="020B0604020202020204" pitchFamily="34" charset="0"/>
                <a:ea typeface="Arial" panose="020B0604020202020204" pitchFamily="34" charset="0"/>
                <a:cs typeface="Arial" panose="020B0604020202020204" pitchFamily="34" charset="0"/>
              </a:rPr>
              <a:t>One shared workspace</a:t>
            </a:r>
            <a:endParaRPr lang="en-US" sz="1220" dirty="0"/>
          </a:p>
        </p:txBody>
      </p:sp>
      <p:sp>
        <p:nvSpPr>
          <p:cNvPr id="14" name="Shape 9"/>
          <p:cNvSpPr/>
          <p:nvPr/>
        </p:nvSpPr>
        <p:spPr>
          <a:xfrm>
            <a:off x="7443216" y="2834640"/>
            <a:ext cx="3063240" cy="1078992"/>
          </a:xfrm>
          <a:prstGeom prst="roundRect">
            <a:avLst>
              <a:gd name="adj" fmla="val 10169"/>
            </a:avLst>
          </a:prstGeom>
          <a:solidFill>
            <a:srgbClr val="153148"/>
          </a:solidFill>
          <a:ln w="12700">
            <a:solidFill>
              <a:srgbClr val="153148">
                <a:alpha val="0"/>
              </a:srgbClr>
            </a:solidFill>
            <a:prstDash val="solid"/>
          </a:ln>
        </p:spPr>
      </p:sp>
      <p:pic>
        <p:nvPicPr>
          <p:cNvPr id="15" name="Image 3" descr="preencoded.png"/>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7699248" y="3108960"/>
            <a:ext cx="274320" cy="274320"/>
          </a:xfrm>
          <a:prstGeom prst="rect">
            <a:avLst/>
          </a:prstGeom>
        </p:spPr>
      </p:pic>
      <p:sp>
        <p:nvSpPr>
          <p:cNvPr id="16" name="Text 10"/>
          <p:cNvSpPr/>
          <p:nvPr/>
        </p:nvSpPr>
        <p:spPr>
          <a:xfrm>
            <a:off x="8119872" y="3072384"/>
            <a:ext cx="2093976" cy="393192"/>
          </a:xfrm>
          <a:prstGeom prst="rect">
            <a:avLst/>
          </a:prstGeom>
          <a:noFill/>
        </p:spPr>
        <p:txBody>
          <a:bodyPr wrap="square" lIns="0" tIns="0" rIns="0" bIns="0" rtlCol="0" anchor="ctr">
            <a:normAutofit/>
          </a:bodyPr>
          <a:lstStyle/>
          <a:p>
            <a:pPr marL="0" indent="0">
              <a:buNone/>
            </a:pPr>
            <a:r>
              <a:rPr lang="en-US" sz="1220" b="1" dirty="0">
                <a:solidFill>
                  <a:srgbClr val="FFFFFF"/>
                </a:solidFill>
                <a:latin typeface="Arial" panose="020B0604020202020204" pitchFamily="34" charset="0"/>
                <a:ea typeface="Arial" panose="020B0604020202020204" pitchFamily="34" charset="0"/>
                <a:cs typeface="Arial" panose="020B0604020202020204" pitchFamily="34" charset="0"/>
              </a:rPr>
              <a:t>Real-time collaboration</a:t>
            </a:r>
            <a:endParaRPr lang="en-US" sz="1220" dirty="0"/>
          </a:p>
        </p:txBody>
      </p:sp>
      <p:sp>
        <p:nvSpPr>
          <p:cNvPr id="17" name="Text 11"/>
          <p:cNvSpPr/>
          <p:nvPr/>
        </p:nvSpPr>
        <p:spPr>
          <a:xfrm>
            <a:off x="685800" y="4572000"/>
            <a:ext cx="2377440" cy="201168"/>
          </a:xfrm>
          <a:prstGeom prst="rect">
            <a:avLst/>
          </a:prstGeom>
          <a:noFill/>
        </p:spPr>
        <p:txBody>
          <a:bodyPr wrap="square" lIns="0" tIns="0" rIns="0" bIns="0" rtlCol="0" anchor="ctr"/>
          <a:lstStyle/>
          <a:p>
            <a:pPr marL="0" indent="0">
              <a:buNone/>
            </a:pPr>
            <a:r>
              <a:rPr lang="en-US" sz="970" b="1" kern="0" spc="130" dirty="0">
                <a:solidFill>
                  <a:srgbClr val="FF6B3D"/>
                </a:solidFill>
                <a:latin typeface="Arial" panose="020B0604020202020204" pitchFamily="34" charset="0"/>
                <a:ea typeface="Arial" panose="020B0604020202020204" pitchFamily="34" charset="0"/>
                <a:cs typeface="Arial" panose="020B0604020202020204" pitchFamily="34" charset="0"/>
              </a:rPr>
              <a:t>THANK YOU</a:t>
            </a:r>
            <a:endParaRPr lang="en-US" sz="970" dirty="0"/>
          </a:p>
        </p:txBody>
      </p:sp>
      <p:sp>
        <p:nvSpPr>
          <p:cNvPr id="18" name="Text 12"/>
          <p:cNvSpPr/>
          <p:nvPr/>
        </p:nvSpPr>
        <p:spPr>
          <a:xfrm>
            <a:off x="676656" y="4956048"/>
            <a:ext cx="2926080" cy="658368"/>
          </a:xfrm>
          <a:prstGeom prst="rect">
            <a:avLst/>
          </a:prstGeom>
          <a:noFill/>
        </p:spPr>
        <p:txBody>
          <a:bodyPr wrap="square" lIns="0" tIns="0" rIns="0" bIns="0" rtlCol="0" anchor="ctr"/>
          <a:lstStyle/>
          <a:p>
            <a:pPr marL="0" indent="0">
              <a:buNone/>
            </a:pPr>
            <a:r>
              <a:rPr lang="en-US" sz="3800" b="1" dirty="0">
                <a:solidFill>
                  <a:srgbClr val="FFFFFF"/>
                </a:solidFill>
                <a:latin typeface="Arial" panose="020B0604020202020204" pitchFamily="34" charset="0"/>
                <a:ea typeface="Arial" panose="020B0604020202020204" pitchFamily="34" charset="0"/>
                <a:cs typeface="Arial" panose="020B0604020202020204" pitchFamily="34" charset="0"/>
              </a:rPr>
              <a:t>Q&amp;A</a:t>
            </a:r>
            <a:endParaRPr lang="en-US" sz="3800" dirty="0"/>
          </a:p>
        </p:txBody>
      </p:sp>
      <p:sp>
        <p:nvSpPr>
          <p:cNvPr id="19" name="Text 13"/>
          <p:cNvSpPr/>
          <p:nvPr/>
        </p:nvSpPr>
        <p:spPr>
          <a:xfrm>
            <a:off x="3831336" y="5202936"/>
            <a:ext cx="3337560" cy="256032"/>
          </a:xfrm>
          <a:prstGeom prst="rect">
            <a:avLst/>
          </a:prstGeom>
          <a:noFill/>
        </p:spPr>
        <p:txBody>
          <a:bodyPr wrap="square" lIns="0" tIns="0" rIns="0" bIns="0" rtlCol="0" anchor="ctr"/>
          <a:lstStyle/>
          <a:p>
            <a:pPr marL="0" indent="0">
              <a:buNone/>
            </a:pPr>
            <a:r>
              <a:rPr lang="en-US" sz="1400" dirty="0">
                <a:solidFill>
                  <a:srgbClr val="B8C8D3"/>
                </a:solidFill>
                <a:latin typeface="Arial" panose="020B0604020202020204" pitchFamily="34" charset="0"/>
                <a:ea typeface="Arial" panose="020B0604020202020204" pitchFamily="34" charset="0"/>
                <a:cs typeface="Arial" panose="020B0604020202020204" pitchFamily="34" charset="0"/>
              </a:rPr>
              <a:t>We are open to your questions.</a:t>
            </a:r>
            <a:endParaRPr lang="en-US" sz="1400" dirty="0"/>
          </a:p>
        </p:txBody>
      </p:sp>
      <p:sp>
        <p:nvSpPr>
          <p:cNvPr id="20" name="Shape 14"/>
          <p:cNvSpPr/>
          <p:nvPr/>
        </p:nvSpPr>
        <p:spPr>
          <a:xfrm>
            <a:off x="676656" y="5925312"/>
            <a:ext cx="10817352" cy="0"/>
          </a:xfrm>
          <a:prstGeom prst="line">
            <a:avLst/>
          </a:prstGeom>
          <a:noFill/>
          <a:ln w="12700">
            <a:solidFill>
              <a:srgbClr val="355168"/>
            </a:solidFill>
            <a:prstDash val="solid"/>
          </a:ln>
        </p:spPr>
      </p:sp>
      <p:sp>
        <p:nvSpPr>
          <p:cNvPr id="21" name="Text 15"/>
          <p:cNvSpPr/>
          <p:nvPr/>
        </p:nvSpPr>
        <p:spPr>
          <a:xfrm>
            <a:off x="685800" y="6181344"/>
            <a:ext cx="9875520" cy="164592"/>
          </a:xfrm>
          <a:prstGeom prst="rect">
            <a:avLst/>
          </a:prstGeom>
          <a:noFill/>
        </p:spPr>
        <p:txBody>
          <a:bodyPr wrap="square" lIns="0" tIns="0" rIns="0" bIns="0" rtlCol="0" anchor="ctr"/>
          <a:lstStyle/>
          <a:p>
            <a:pPr marL="0" indent="0">
              <a:buNone/>
            </a:pPr>
            <a:r>
              <a:rPr lang="en-US" sz="840" dirty="0">
                <a:solidFill>
                  <a:srgbClr val="9FB1BF"/>
                </a:solidFill>
                <a:latin typeface="Arial" panose="020B0604020202020204" pitchFamily="34" charset="0"/>
                <a:ea typeface="Arial" panose="020B0604020202020204" pitchFamily="34" charset="0"/>
                <a:cs typeface="Arial" panose="020B0604020202020204" pitchFamily="34" charset="0"/>
              </a:rPr>
              <a:t>TEAM 11  •  Lê Thanh Hải  •  Bùi Thế Anh  •  Đặng Nhật Minh  •  Nguyễn Hoài Đức</a:t>
            </a:r>
            <a:endParaRPr lang="en-US" sz="840" dirty="0"/>
          </a:p>
        </p:txBody>
      </p:sp>
      <p:sp>
        <p:nvSpPr>
          <p:cNvPr id="22" name="Text 16"/>
          <p:cNvSpPr/>
          <p:nvPr/>
        </p:nvSpPr>
        <p:spPr>
          <a:xfrm>
            <a:off x="10579608" y="6181344"/>
            <a:ext cx="914400" cy="164592"/>
          </a:xfrm>
          <a:prstGeom prst="rect">
            <a:avLst/>
          </a:prstGeom>
          <a:noFill/>
        </p:spPr>
        <p:txBody>
          <a:bodyPr wrap="square" lIns="0" tIns="0" rIns="0" bIns="0" rtlCol="0" anchor="ctr"/>
          <a:lstStyle/>
          <a:p>
            <a:pPr marL="0" indent="0" algn="r">
              <a:buNone/>
            </a:pPr>
            <a:r>
              <a:rPr lang="en-US" sz="840" b="1" dirty="0">
                <a:solidFill>
                  <a:srgbClr val="9FB1BF"/>
                </a:solidFill>
                <a:latin typeface="Arial" panose="020B0604020202020204" pitchFamily="34" charset="0"/>
                <a:ea typeface="Arial" panose="020B0604020202020204" pitchFamily="34" charset="0"/>
                <a:cs typeface="Arial" panose="020B0604020202020204" pitchFamily="34" charset="0"/>
              </a:rPr>
              <a:t>WANDORA</a:t>
            </a:r>
            <a:endParaRPr lang="en-US" sz="84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7714</Words>
  <Application>WPS Presentation</Application>
  <PresentationFormat>On-screen Show (16:9)</PresentationFormat>
  <Paragraphs>672</Paragraphs>
  <Slides>18</Slides>
  <Notes>18</Notes>
  <HiddenSlides>0</HiddenSlides>
  <MMClips>0</MMClips>
  <ScaleCrop>false</ScaleCrop>
  <HeadingPairs>
    <vt:vector size="6" baseType="variant">
      <vt:variant>
        <vt:lpstr>已用的字体</vt:lpstr>
      </vt:variant>
      <vt:variant>
        <vt:i4>11</vt:i4>
      </vt:variant>
      <vt:variant>
        <vt:lpstr>主题</vt:lpstr>
      </vt:variant>
      <vt:variant>
        <vt:i4>1</vt:i4>
      </vt:variant>
      <vt:variant>
        <vt:lpstr>幻灯片标题</vt:lpstr>
      </vt:variant>
      <vt:variant>
        <vt:i4>18</vt:i4>
      </vt:variant>
    </vt:vector>
  </HeadingPairs>
  <TitlesOfParts>
    <vt:vector size="30" baseType="lpstr">
      <vt:lpstr>Arial</vt:lpstr>
      <vt:lpstr>SimSun</vt:lpstr>
      <vt:lpstr>Wingdings</vt:lpstr>
      <vt:lpstr>Noto Sans</vt:lpstr>
      <vt:lpstr>Dwyne</vt:lpstr>
      <vt:lpstr>Courier New</vt:lpstr>
      <vt:lpstr>Courier New</vt:lpstr>
      <vt:lpstr>Courier New</vt:lpstr>
      <vt:lpstr>Microsoft YaHei</vt:lpstr>
      <vt:lpstr>Arial Unicode MS</vt:lpstr>
      <vt:lpstr>Calibri</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HCMUS</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Wandora - AI-assisted Group Trip Planning and Management Application</dc:title>
  <dc:creator>Group 11</dc:creator>
  <dc:subject>PA5 Project Presentation - Wandora</dc:subject>
  <cp:lastModifiedBy>Hải Lê Thanh (Harii)</cp:lastModifiedBy>
  <cp:revision>9</cp:revision>
  <dcterms:created xsi:type="dcterms:W3CDTF">2026-09-02T22:40:00Z</dcterms:created>
  <dcterms:modified xsi:type="dcterms:W3CDTF">2026-09-03T03:17:18Z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1033-12.1.0.28485</vt:lpwstr>
  </property>
  <property fmtid="{D5CDD505-2E9C-101B-9397-08002B2CF9AE}" pid="3" name="ICV">
    <vt:lpwstr>2F5FE51C05AD44539960F54970854FD8_12</vt:lpwstr>
  </property>
</Properties>
</file>